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slide+xml" PartName="/ppt/slides/slide46.xml"/>
  <Override ContentType="application/vnd.openxmlformats-officedocument.presentationml.slide+xml" PartName="/ppt/slides/slide47.xml"/>
  <Override ContentType="application/vnd.openxmlformats-officedocument.presentationml.slide+xml" PartName="/ppt/slides/slide48.xml"/>
  <Override ContentType="application/vnd.openxmlformats-officedocument.presentationml.slide+xml" PartName="/ppt/slides/slide49.xml"/>
  <Override ContentType="application/vnd.openxmlformats-officedocument.presentationml.slide+xml" PartName="/ppt/slides/slide50.xml"/>
  <Override ContentType="application/vnd.openxmlformats-officedocument.presentationml.slide+xml" PartName="/ppt/slides/slide51.xml"/>
  <Override ContentType="application/vnd.openxmlformats-officedocument.presentationml.slide+xml" PartName="/ppt/slides/slide52.xml"/>
  <Override ContentType="application/vnd.openxmlformats-officedocument.presentationml.slide+xml" PartName="/ppt/slides/slide53.xml"/>
  <Override ContentType="application/vnd.openxmlformats-officedocument.presentationml.slide+xml" PartName="/ppt/slides/slide54.xml"/>
  <Override ContentType="application/vnd.openxmlformats-officedocument.presentationml.slide+xml" PartName="/ppt/slides/slide55.xml"/>
  <Override ContentType="application/vnd.openxmlformats-officedocument.presentationml.slide+xml" PartName="/ppt/slides/slide56.xml"/>
  <Override ContentType="application/vnd.openxmlformats-officedocument.presentationml.slide+xml" PartName="/ppt/slides/slide57.xml"/>
  <Override ContentType="application/vnd.openxmlformats-officedocument.presentationml.slide+xml" PartName="/ppt/slides/slide58.xml"/>
  <Override ContentType="application/vnd.openxmlformats-officedocument.presentationml.slide+xml" PartName="/ppt/slides/slide59.xml"/>
  <Override ContentType="application/vnd.openxmlformats-officedocument.presentationml.slide+xml" PartName="/ppt/slides/slide60.xml"/>
  <Override ContentType="application/vnd.openxmlformats-officedocument.presentationml.slide+xml" PartName="/ppt/slides/slide61.xml"/>
  <Override ContentType="application/vnd.openxmlformats-officedocument.presentationml.slide+xml" PartName="/ppt/slides/slide62.xml"/>
  <Override ContentType="application/vnd.openxmlformats-officedocument.presentationml.slide+xml" PartName="/ppt/slides/slide63.xml"/>
  <Override ContentType="application/vnd.openxmlformats-officedocument.presentationml.slide+xml" PartName="/ppt/slides/slide64.xml"/>
  <Override ContentType="application/vnd.openxmlformats-officedocument.presentationml.slide+xml" PartName="/ppt/slides/slide65.xml"/>
  <Override ContentType="application/vnd.openxmlformats-officedocument.presentationml.slide+xml" PartName="/ppt/slides/slide66.xml"/>
  <Override ContentType="application/vnd.openxmlformats-officedocument.presentationml.slide+xml" PartName="/ppt/slides/slide67.xml"/>
  <Override ContentType="application/vnd.openxmlformats-officedocument.presentationml.slide+xml" PartName="/ppt/slides/slide68.xml"/>
  <Override ContentType="application/vnd.openxmlformats-officedocument.presentationml.slide+xml" PartName="/ppt/slides/slide69.xml"/>
  <Override ContentType="application/vnd.openxmlformats-officedocument.presentationml.slide+xml" PartName="/ppt/slides/slide70.xml"/>
  <Override ContentType="application/vnd.openxmlformats-officedocument.presentationml.slide+xml" PartName="/ppt/slides/slide71.xml"/>
  <Override ContentType="application/vnd.openxmlformats-officedocument.presentationml.slide+xml" PartName="/ppt/slides/slide72.xml"/>
  <Override ContentType="application/vnd.openxmlformats-officedocument.presentationml.slide+xml" PartName="/ppt/slides/slide73.xml"/>
  <Override ContentType="application/vnd.openxmlformats-officedocument.presentationml.slide+xml" PartName="/ppt/slides/slide74.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77.xml"/>
  <Override ContentType="application/vnd.openxmlformats-officedocument.presentationml.slide+xml" PartName="/ppt/slides/slide78.xml"/>
  <Override ContentType="application/vnd.openxmlformats-officedocument.presentationml.slide+xml" PartName="/ppt/slides/slide79.xml"/>
  <Override ContentType="application/vnd.openxmlformats-officedocument.presentationml.slide+xml" PartName="/ppt/slides/slide80.xml"/>
  <Override ContentType="application/vnd.openxmlformats-officedocument.presentationml.slide+xml" PartName="/ppt/slides/slide81.xml"/>
  <Override ContentType="application/vnd.openxmlformats-officedocument.presentationml.slide+xml" PartName="/ppt/slides/slide82.xml"/>
  <Override ContentType="application/vnd.openxmlformats-officedocument.presentationml.slide+xml" PartName="/ppt/slides/slide83.xml"/>
  <Override ContentType="application/vnd.openxmlformats-officedocument.presentationml.slide+xml" PartName="/ppt/slides/slide84.xml"/>
  <Override ContentType="application/vnd.openxmlformats-officedocument.presentationml.slide+xml" PartName="/ppt/slides/slide85.xml"/>
  <Override ContentType="application/vnd.openxmlformats-officedocument.presentationml.slide+xml" PartName="/ppt/slides/slide86.xml"/>
  <Override ContentType="application/vnd.openxmlformats-officedocument.presentationml.slide+xml" PartName="/ppt/slides/slide87.xml"/>
  <Override ContentType="application/vnd.openxmlformats-officedocument.presentationml.slide+xml" PartName="/ppt/slides/slide88.xml"/>
  <Override ContentType="application/vnd.openxmlformats-officedocument.presentationml.slide+xml" PartName="/ppt/slides/slide89.xml"/>
  <Override ContentType="application/vnd.openxmlformats-officedocument.presentationml.slide+xml" PartName="/ppt/slides/slide90.xml"/>
  <Override ContentType="application/vnd.openxmlformats-officedocument.presentationml.slide+xml" PartName="/ppt/slides/slide91.xml"/>
  <Override ContentType="application/vnd.openxmlformats-officedocument.presentationml.slide+xml" PartName="/ppt/slides/slide92.xml"/>
  <Override ContentType="application/vnd.openxmlformats-officedocument.presentationml.slide+xml" PartName="/ppt/slides/slide93.xml"/>
  <Override ContentType="application/vnd.openxmlformats-officedocument.presentationml.slide+xml" PartName="/ppt/slides/slide94.xml"/>
  <Override ContentType="application/vnd.openxmlformats-officedocument.presentationml.slide+xml" PartName="/ppt/slides/slide95.xml"/>
  <Override ContentType="application/vnd.openxmlformats-officedocument.presentationml.slide+xml" PartName="/ppt/slides/slide96.xml"/>
  <Override ContentType="application/vnd.openxmlformats-officedocument.presentationml.slide+xml" PartName="/ppt/slides/slide97.xml"/>
  <Override ContentType="application/vnd.openxmlformats-officedocument.presentationml.slide+xml" PartName="/ppt/slides/slide98.xml"/>
  <Override ContentType="application/vnd.openxmlformats-officedocument.presentationml.slide+xml" PartName="/ppt/slides/slide99.xml"/>
  <Override ContentType="application/vnd.openxmlformats-officedocument.presentationml.slide+xml" PartName="/ppt/slides/slide100.xml"/>
  <Override ContentType="application/vnd.openxmlformats-officedocument.presentationml.slide+xml" PartName="/ppt/slides/slide101.xml"/>
  <Override ContentType="application/vnd.openxmlformats-officedocument.presentationml.slide+xml" PartName="/ppt/slides/slide102.xml"/>
  <Override ContentType="application/vnd.openxmlformats-officedocument.presentationml.slide+xml" PartName="/ppt/slides/slide103.xml"/>
  <Override ContentType="application/vnd.openxmlformats-officedocument.presentationml.slide+xml" PartName="/ppt/slides/slide104.xml"/>
  <Override ContentType="application/vnd.openxmlformats-officedocument.presentationml.slide+xml" PartName="/ppt/slides/slide105.xml"/>
  <Override ContentType="application/vnd.openxmlformats-officedocument.presentationml.slide+xml" PartName="/ppt/slides/slide106.xml"/>
  <Override ContentType="application/vnd.openxmlformats-officedocument.presentationml.slide+xml" PartName="/ppt/slides/slide107.xml"/>
  <Override ContentType="application/vnd.openxmlformats-officedocument.presentationml.slide+xml" PartName="/ppt/slides/slide108.xml"/>
  <Override ContentType="application/vnd.openxmlformats-officedocument.presentationml.slide+xml" PartName="/ppt/slides/slide109.xml"/>
  <Override ContentType="application/vnd.openxmlformats-officedocument.presentationml.slide+xml" PartName="/ppt/slides/slide110.xml"/>
  <Override ContentType="application/vnd.openxmlformats-officedocument.presentationml.slide+xml" PartName="/ppt/slides/slide111.xml"/>
  <Override ContentType="application/vnd.openxmlformats-officedocument.presentationml.slide+xml" PartName="/ppt/slides/slide112.xml"/>
  <Override ContentType="application/vnd.openxmlformats-officedocument.presentationml.slide+xml" PartName="/ppt/slides/slide113.xml"/>
  <Override ContentType="application/vnd.openxmlformats-officedocument.presentationml.slide+xml" PartName="/ppt/slides/slide114.xml"/>
  <Override ContentType="application/vnd.openxmlformats-officedocument.presentationml.slide+xml" PartName="/ppt/slides/slide115.xml"/>
  <Override ContentType="application/vnd.openxmlformats-officedocument.presentationml.slide+xml" PartName="/ppt/slides/slide116.xml"/>
  <Override ContentType="application/vnd.openxmlformats-officedocument.presentationml.slide+xml" PartName="/ppt/slides/slide117.xml"/>
  <Override ContentType="application/vnd.openxmlformats-officedocument.presentationml.slide+xml" PartName="/ppt/slides/slide118.xml"/>
  <Override ContentType="application/vnd.openxmlformats-officedocument.presentationml.slide+xml" PartName="/ppt/slides/slide119.xml"/>
  <Override ContentType="application/vnd.openxmlformats-officedocument.presentationml.slide+xml" PartName="/ppt/slides/slide120.xml"/>
  <Override ContentType="application/vnd.openxmlformats-officedocument.presentationml.slide+xml" PartName="/ppt/slides/slide121.xml"/>
  <Override ContentType="application/vnd.openxmlformats-officedocument.presentationml.slide+xml" PartName="/ppt/slides/slide122.xml"/>
  <Override ContentType="application/vnd.openxmlformats-officedocument.presentationml.slide+xml" PartName="/ppt/slides/slide123.xml"/>
  <Override ContentType="application/vnd.openxmlformats-officedocument.presentationml.slide+xml" PartName="/ppt/slides/slide124.xml"/>
  <Override ContentType="application/vnd.openxmlformats-officedocument.presentationml.slide+xml" PartName="/ppt/slides/slide125.xml"/>
  <Override ContentType="application/vnd.openxmlformats-officedocument.presentationml.slide+xml" PartName="/ppt/slides/slide126.xml"/>
  <Override ContentType="application/vnd.openxmlformats-officedocument.presentationml.slide+xml" PartName="/ppt/slides/slide127.xml"/>
  <Override ContentType="application/vnd.openxmlformats-officedocument.presentationml.slide+xml" PartName="/ppt/slides/slide128.xml"/>
  <Override ContentType="application/vnd.openxmlformats-officedocument.presentationml.slide+xml" PartName="/ppt/slides/slide129.xml"/>
  <Override ContentType="application/vnd.openxmlformats-officedocument.presentationml.slide+xml" PartName="/ppt/slides/slide130.xml"/>
  <Override ContentType="application/vnd.openxmlformats-officedocument.presentationml.slide+xml" PartName="/ppt/slides/slide131.xml"/>
  <Override ContentType="application/vnd.openxmlformats-officedocument.presentationml.slide+xml" PartName="/ppt/slides/slide132.xml"/>
  <Override ContentType="application/vnd.openxmlformats-officedocument.presentationml.slide+xml" PartName="/ppt/slides/slide133.xml"/>
  <Override ContentType="application/vnd.openxmlformats-officedocument.presentationml.slide+xml" PartName="/ppt/slides/slide134.xml"/>
  <Override ContentType="application/vnd.openxmlformats-officedocument.presentationml.slide+xml" PartName="/ppt/slides/slide135.xml"/>
  <Override ContentType="application/vnd.openxmlformats-officedocument.presentationml.slide+xml" PartName="/ppt/slides/slide136.xml"/>
  <Override ContentType="application/vnd.openxmlformats-officedocument.presentationml.slide+xml" PartName="/ppt/slides/slide137.xml"/>
  <Override ContentType="application/vnd.openxmlformats-officedocument.presentationml.slide+xml" PartName="/ppt/slides/slide138.xml"/>
  <Override ContentType="application/vnd.openxmlformats-officedocument.presentationml.slide+xml" PartName="/ppt/slides/slide139.xml"/>
  <Override ContentType="application/vnd.openxmlformats-officedocument.presentationml.slide+xml" PartName="/ppt/slides/slide140.xml"/>
  <Override ContentType="application/vnd.openxmlformats-officedocument.presentationml.slide+xml" PartName="/ppt/slides/slide141.xml"/>
  <Override ContentType="application/vnd.openxmlformats-officedocument.presentationml.slide+xml" PartName="/ppt/slides/slide142.xml"/>
  <Override ContentType="application/vnd.openxmlformats-officedocument.presentationml.slide+xml" PartName="/ppt/slides/slide143.xml"/>
  <Override ContentType="application/vnd.openxmlformats-officedocument.presentationml.slide+xml" PartName="/ppt/slides/slide144.xml"/>
  <Override ContentType="application/vnd.openxmlformats-officedocument.presentationml.slide+xml" PartName="/ppt/slides/slide145.xml"/>
  <Override ContentType="application/vnd.openxmlformats-officedocument.presentationml.slide+xml" PartName="/ppt/slides/slide146.xml"/>
  <Override ContentType="application/vnd.openxmlformats-officedocument.presentationml.slide+xml" PartName="/ppt/slides/slide147.xml"/>
  <Override ContentType="application/vnd.openxmlformats-officedocument.presentationml.slide+xml" PartName="/ppt/slides/slide148.xml"/>
  <Override ContentType="application/vnd.openxmlformats-officedocument.presentationml.slide+xml" PartName="/ppt/slides/slide149.xml"/>
  <Override ContentType="application/vnd.openxmlformats-officedocument.presentationml.slide+xml" PartName="/ppt/slides/slide150.xml"/>
  <Override ContentType="application/vnd.openxmlformats-officedocument.presentationml.slide+xml" PartName="/ppt/slides/slide151.xml"/>
  <Override ContentType="application/vnd.openxmlformats-officedocument.presentationml.slide+xml" PartName="/ppt/slides/slide152.xml"/>
  <Override ContentType="application/vnd.openxmlformats-officedocument.presentationml.slide+xml" PartName="/ppt/slides/slide153.xml"/>
  <Override ContentType="application/vnd.openxmlformats-officedocument.presentationml.slide+xml" PartName="/ppt/slides/slide154.xml"/>
  <Override ContentType="application/vnd.openxmlformats-officedocument.presentationml.slide+xml" PartName="/ppt/slides/slide155.xml"/>
  <Override ContentType="application/vnd.openxmlformats-officedocument.presentationml.slide+xml" PartName="/ppt/slides/slide156.xml"/>
  <Override ContentType="application/vnd.openxmlformats-officedocument.presentationml.slide+xml" PartName="/ppt/slides/slide157.xml"/>
  <Override ContentType="application/vnd.openxmlformats-officedocument.presentationml.slide+xml" PartName="/ppt/slides/slide158.xml"/>
  <Override ContentType="application/vnd.openxmlformats-officedocument.presentationml.slide+xml" PartName="/ppt/slides/slide159.xml"/>
  <Override ContentType="application/vnd.openxmlformats-officedocument.presentationml.slide+xml" PartName="/ppt/slides/slide160.xml"/>
  <Override ContentType="application/vnd.openxmlformats-officedocument.presentationml.slide+xml" PartName="/ppt/slides/slide161.xml"/>
  <Override ContentType="application/vnd.openxmlformats-officedocument.presentationml.slide+xml" PartName="/ppt/slides/slide162.xml"/>
  <Override ContentType="application/vnd.openxmlformats-officedocument.presentationml.slide+xml" PartName="/ppt/slides/slide163.xml"/>
  <Override ContentType="application/vnd.openxmlformats-officedocument.presentationml.slide+xml" PartName="/ppt/slides/slide164.xml"/>
  <Override ContentType="application/vnd.openxmlformats-officedocument.presentationml.slide+xml" PartName="/ppt/slides/slide165.xml"/>
  <Override ContentType="application/vnd.openxmlformats-officedocument.presentationml.slide+xml" PartName="/ppt/slides/slide166.xml"/>
  <Override ContentType="application/vnd.openxmlformats-officedocument.presentationml.slide+xml" PartName="/ppt/slides/slide167.xml"/>
  <Override ContentType="application/vnd.openxmlformats-officedocument.presentationml.slide+xml" PartName="/ppt/slides/slide168.xml"/>
  <Override ContentType="application/vnd.openxmlformats-officedocument.presentationml.slide+xml" PartName="/ppt/slides/slide169.xml"/>
  <Override ContentType="application/vnd.openxmlformats-officedocument.presentationml.slide+xml" PartName="/ppt/slides/slide170.xml"/>
  <Override ContentType="application/vnd.openxmlformats-officedocument.presentationml.slide+xml" PartName="/ppt/slides/slide171.xml"/>
  <Override ContentType="application/vnd.openxmlformats-officedocument.presentationml.slide+xml" PartName="/ppt/slides/slide172.xml"/>
  <Override ContentType="application/vnd.openxmlformats-officedocument.presentationml.slide+xml" PartName="/ppt/slides/slide173.xml"/>
  <Override ContentType="application/vnd.openxmlformats-officedocument.presentationml.slide+xml" PartName="/ppt/slides/slide174.xml"/>
  <Override ContentType="application/vnd.openxmlformats-officedocument.presentationml.slide+xml" PartName="/ppt/slides/slide175.xml"/>
  <Override ContentType="application/vnd.openxmlformats-officedocument.presentationml.slide+xml" PartName="/ppt/slides/slide176.xml"/>
  <Override ContentType="application/vnd.openxmlformats-officedocument.presentationml.slide+xml" PartName="/ppt/slides/slide177.xml"/>
  <Override ContentType="application/vnd.openxmlformats-officedocument.presentationml.slide+xml" PartName="/ppt/slides/slide178.xml"/>
  <Override ContentType="application/vnd.openxmlformats-officedocument.presentationml.slide+xml" PartName="/ppt/slides/slide179.xml"/>
  <Override ContentType="application/vnd.openxmlformats-officedocument.presentationml.slide+xml" PartName="/ppt/slides/slide180.xml"/>
  <Override ContentType="application/vnd.openxmlformats-officedocument.presentationml.slide+xml" PartName="/ppt/slides/slide181.xml"/>
  <Override ContentType="application/vnd.openxmlformats-officedocument.presentationml.slide+xml" PartName="/ppt/slides/slide182.xml"/>
  <Override ContentType="application/vnd.openxmlformats-officedocument.presentationml.slide+xml" PartName="/ppt/slides/slide183.xml"/>
  <Override ContentType="application/vnd.openxmlformats-officedocument.presentationml.slide+xml" PartName="/ppt/slides/slide184.xml"/>
  <Override ContentType="application/vnd.openxmlformats-officedocument.presentationml.slide+xml" PartName="/ppt/slides/slide185.xml"/>
  <Override ContentType="application/vnd.openxmlformats-officedocument.presentationml.slide+xml" PartName="/ppt/slides/slide186.xml"/>
  <Override ContentType="application/vnd.openxmlformats-officedocument.presentationml.slide+xml" PartName="/ppt/slides/slide187.xml"/>
  <Override ContentType="application/vnd.openxmlformats-officedocument.presentationml.slide+xml" PartName="/ppt/slides/slide188.xml"/>
  <Override ContentType="application/vnd.openxmlformats-officedocument.presentationml.slide+xml" PartName="/ppt/slides/slide189.xml"/>
  <Override ContentType="application/vnd.openxmlformats-officedocument.presentationml.slide+xml" PartName="/ppt/slides/slide190.xml"/>
  <Override ContentType="application/vnd.openxmlformats-officedocument.presentationml.slide+xml" PartName="/ppt/slides/slide191.xml"/>
  <Override ContentType="application/vnd.openxmlformats-officedocument.presentationml.slide+xml" PartName="/ppt/slides/slide192.xml"/>
  <Override ContentType="application/vnd.openxmlformats-officedocument.presentationml.slide+xml" PartName="/ppt/slides/slide193.xml"/>
  <Override ContentType="application/vnd.openxmlformats-officedocument.presentationml.slide+xml" PartName="/ppt/slides/slide194.xml"/>
  <Override ContentType="application/vnd.openxmlformats-officedocument.presentationml.slide+xml" PartName="/ppt/slides/slide195.xml"/>
  <Override ContentType="application/vnd.openxmlformats-officedocument.presentationml.slide+xml" PartName="/ppt/slides/slide196.xml"/>
  <Override ContentType="application/vnd.openxmlformats-officedocument.presentationml.slide+xml" PartName="/ppt/slides/slide197.xml"/>
  <Override ContentType="application/vnd.openxmlformats-officedocument.presentationml.slide+xml" PartName="/ppt/slides/slide198.xml"/>
  <Override ContentType="application/vnd.openxmlformats-officedocument.presentationml.slide+xml" PartName="/ppt/slides/slide199.xml"/>
  <Override ContentType="application/vnd.openxmlformats-officedocument.presentationml.slide+xml" PartName="/ppt/slides/slide200.xml"/>
  <Override ContentType="application/vnd.openxmlformats-officedocument.presentationml.slide+xml" PartName="/ppt/slides/slide201.xml"/>
  <Override ContentType="application/vnd.openxmlformats-officedocument.presentationml.slide+xml" PartName="/ppt/slides/slide202.xml"/>
  <Override ContentType="application/vnd.openxmlformats-officedocument.presentationml.slide+xml" PartName="/ppt/slides/slide203.xml"/>
  <Override ContentType="application/vnd.openxmlformats-officedocument.presentationml.slide+xml" PartName="/ppt/slides/slide204.xml"/>
  <Override ContentType="application/vnd.openxmlformats-officedocument.presentationml.slide+xml" PartName="/ppt/slides/slide205.xml"/>
  <Override ContentType="application/vnd.openxmlformats-officedocument.presentationml.slide+xml" PartName="/ppt/slides/slide206.xml"/>
  <Override ContentType="application/vnd.openxmlformats-officedocument.presentationml.slide+xml" PartName="/ppt/slides/slide207.xml"/>
  <Override ContentType="application/vnd.openxmlformats-officedocument.presentationml.slide+xml" PartName="/ppt/slides/slide208.xml"/>
  <Override ContentType="application/vnd.openxmlformats-officedocument.presentationml.slide+xml" PartName="/ppt/slides/slide209.xml"/>
  <Override ContentType="application/vnd.openxmlformats-officedocument.presentationml.slide+xml" PartName="/ppt/slides/slide210.xml"/>
  <Override ContentType="application/vnd.openxmlformats-officedocument.presentationml.slide+xml" PartName="/ppt/slides/slide211.xml"/>
  <Override ContentType="application/vnd.openxmlformats-officedocument.presentationml.slide+xml" PartName="/ppt/slides/slide212.xml"/>
  <Override ContentType="application/vnd.openxmlformats-officedocument.presentationml.slide+xml" PartName="/ppt/slides/slide213.xml"/>
  <Override ContentType="application/vnd.openxmlformats-officedocument.presentationml.slide+xml" PartName="/ppt/slides/slide214.xml"/>
  <Override ContentType="application/vnd.openxmlformats-officedocument.presentationml.slide+xml" PartName="/ppt/slides/slide215.xml"/>
  <Override ContentType="application/vnd.openxmlformats-officedocument.presentationml.slide+xml" PartName="/ppt/slides/slide216.xml"/>
  <Override ContentType="application/vnd.openxmlformats-officedocument.presentationml.slide+xml" PartName="/ppt/slides/slide217.xml"/>
  <Override ContentType="application/vnd.openxmlformats-officedocument.presentationml.slide+xml" PartName="/ppt/slides/slide218.xml"/>
  <Override ContentType="application/vnd.openxmlformats-officedocument.presentationml.slide+xml" PartName="/ppt/slides/slide219.xml"/>
  <Override ContentType="application/vnd.openxmlformats-officedocument.presentationml.slide+xml" PartName="/ppt/slides/slide220.xml"/>
  <Override ContentType="application/vnd.openxmlformats-officedocument.presentationml.slide+xml" PartName="/ppt/slides/slide221.xml"/>
  <Override ContentType="application/vnd.openxmlformats-officedocument.presentationml.slide+xml" PartName="/ppt/slides/slide222.xml"/>
  <Override ContentType="application/vnd.openxmlformats-officedocument.presentationml.slide+xml" PartName="/ppt/slides/slide223.xml"/>
  <Override ContentType="application/vnd.openxmlformats-officedocument.presentationml.slide+xml" PartName="/ppt/slides/slide224.xml"/>
  <Override ContentType="application/vnd.openxmlformats-officedocument.presentationml.slide+xml" PartName="/ppt/slides/slide225.xml"/>
  <Override ContentType="application/vnd.openxmlformats-officedocument.presentationml.slide+xml" PartName="/ppt/slides/slide226.xml"/>
  <Override ContentType="application/vnd.openxmlformats-officedocument.presentationml.slide+xml" PartName="/ppt/slides/slide227.xml"/>
  <Override ContentType="application/vnd.openxmlformats-officedocument.presentationml.slide+xml" PartName="/ppt/slides/slide228.xml"/>
  <Override ContentType="application/vnd.openxmlformats-officedocument.presentationml.slide+xml" PartName="/ppt/slides/slide229.xml"/>
  <Override ContentType="application/vnd.openxmlformats-officedocument.presentationml.slide+xml" PartName="/ppt/slides/slide230.xml"/>
  <Override ContentType="application/vnd.openxmlformats-officedocument.presentationml.slide+xml" PartName="/ppt/slides/slide231.xml"/>
  <Override ContentType="application/vnd.openxmlformats-officedocument.presentationml.slide+xml" PartName="/ppt/slides/slide232.xml"/>
  <Override ContentType="application/vnd.openxmlformats-officedocument.presentationml.slide+xml" PartName="/ppt/slides/slide233.xml"/>
  <Override ContentType="application/vnd.openxmlformats-officedocument.presentationml.slide+xml" PartName="/ppt/slides/slide234.xml"/>
  <Override ContentType="application/vnd.openxmlformats-officedocument.presentationml.slide+xml" PartName="/ppt/slides/slide235.xml"/>
  <Override ContentType="application/vnd.openxmlformats-officedocument.presentationml.slide+xml" PartName="/ppt/slides/slide236.xml"/>
  <Override ContentType="application/vnd.openxmlformats-officedocument.presentationml.slide+xml" PartName="/ppt/slides/slide237.xml"/>
  <Override ContentType="application/vnd.openxmlformats-officedocument.presentationml.slide+xml" PartName="/ppt/slides/slide238.xml"/>
  <Override ContentType="application/vnd.openxmlformats-officedocument.presentationml.slide+xml" PartName="/ppt/slides/slide239.xml"/>
  <Override ContentType="application/vnd.openxmlformats-officedocument.presentationml.slide+xml" PartName="/ppt/slides/slide240.xml"/>
  <Override ContentType="application/vnd.openxmlformats-officedocument.presentationml.slide+xml" PartName="/ppt/slides/slide241.xml"/>
  <Override ContentType="application/vnd.openxmlformats-officedocument.presentationml.slide+xml" PartName="/ppt/slides/slide242.xml"/>
  <Override ContentType="application/vnd.openxmlformats-officedocument.presentationml.slide+xml" PartName="/ppt/slides/slide243.xml"/>
  <Override ContentType="application/vnd.openxmlformats-officedocument.presentationml.slide+xml" PartName="/ppt/slides/slide244.xml"/>
  <Override ContentType="application/vnd.openxmlformats-officedocument.presentationml.slide+xml" PartName="/ppt/slides/slide245.xml"/>
  <Override ContentType="application/vnd.openxmlformats-officedocument.presentationml.slide+xml" PartName="/ppt/slides/slide246.xml"/>
  <Override ContentType="application/vnd.openxmlformats-officedocument.presentationml.slide+xml" PartName="/ppt/slides/slide247.xml"/>
  <Override ContentType="application/vnd.openxmlformats-officedocument.presentationml.slide+xml" PartName="/ppt/slides/slide248.xml"/>
  <Override ContentType="application/vnd.openxmlformats-officedocument.presentationml.slide+xml" PartName="/ppt/slides/slide249.xml"/>
  <Override ContentType="application/vnd.openxmlformats-officedocument.presentationml.slide+xml" PartName="/ppt/slides/slide250.xml"/>
  <Override ContentType="application/vnd.openxmlformats-officedocument.presentationml.slide+xml" PartName="/ppt/slides/slide251.xml"/>
  <Override ContentType="application/vnd.openxmlformats-officedocument.presentationml.slide+xml" PartName="/ppt/slides/slide252.xml"/>
  <Override ContentType="application/vnd.openxmlformats-officedocument.presentationml.slide+xml" PartName="/ppt/slides/slide253.xml"/>
  <Override ContentType="application/vnd.openxmlformats-officedocument.presentationml.slide+xml" PartName="/ppt/slides/slide254.xml"/>
  <Override ContentType="application/vnd.openxmlformats-officedocument.presentationml.slide+xml" PartName="/ppt/slides/slide255.xml"/>
  <Override ContentType="application/vnd.openxmlformats-officedocument.presentationml.slide+xml" PartName="/ppt/slides/slide256.xml"/>
  <Override ContentType="application/vnd.openxmlformats-officedocument.presentationml.slide+xml" PartName="/ppt/slides/slide257.xml"/>
  <Override ContentType="application/vnd.openxmlformats-officedocument.presentationml.slide+xml" PartName="/ppt/slides/slide258.xml"/>
  <Override ContentType="application/vnd.openxmlformats-officedocument.presentationml.slide+xml" PartName="/ppt/slides/slide259.xml"/>
  <Override ContentType="application/vnd.openxmlformats-officedocument.presentationml.slide+xml" PartName="/ppt/slides/slide260.xml"/>
  <Override ContentType="application/vnd.openxmlformats-officedocument.presentationml.slide+xml" PartName="/ppt/slides/slide261.xml"/>
  <Override ContentType="application/vnd.openxmlformats-officedocument.presentationml.slide+xml" PartName="/ppt/slides/slide262.xml"/>
  <Override ContentType="application/vnd.openxmlformats-officedocument.presentationml.slide+xml" PartName="/ppt/slides/slide263.xml"/>
  <Override ContentType="application/vnd.openxmlformats-officedocument.presentationml.slide+xml" PartName="/ppt/slides/slide264.xml"/>
  <Override ContentType="application/vnd.openxmlformats-officedocument.presentationml.slide+xml" PartName="/ppt/slides/slide265.xml"/>
  <Override ContentType="application/vnd.openxmlformats-officedocument.presentationml.slide+xml" PartName="/ppt/slides/slide266.xml"/>
  <Override ContentType="application/vnd.openxmlformats-officedocument.presentationml.slide+xml" PartName="/ppt/slides/slide267.xml"/>
  <Override ContentType="application/vnd.openxmlformats-officedocument.presentationml.slide+xml" PartName="/ppt/slides/slide268.xml"/>
  <Override ContentType="application/vnd.openxmlformats-officedocument.presentationml.slide+xml" PartName="/ppt/slides/slide269.xml"/>
  <Override ContentType="application/vnd.openxmlformats-officedocument.presentationml.slide+xml" PartName="/ppt/slides/slide270.xml"/>
  <Override ContentType="application/vnd.openxmlformats-officedocument.presentationml.slide+xml" PartName="/ppt/slides/slide271.xml"/>
  <Override ContentType="application/vnd.openxmlformats-officedocument.presentationml.slide+xml" PartName="/ppt/slides/slide272.xml"/>
  <Override ContentType="application/vnd.openxmlformats-officedocument.presentationml.slide+xml" PartName="/ppt/slides/slide273.xml"/>
  <Override ContentType="application/vnd.openxmlformats-officedocument.presentationml.slide+xml" PartName="/ppt/slides/slide274.xml"/>
  <Override ContentType="application/vnd.openxmlformats-officedocument.presentationml.slide+xml" PartName="/ppt/slides/slide275.xml"/>
  <Override ContentType="application/vnd.openxmlformats-officedocument.presentationml.slide+xml" PartName="/ppt/slides/slide276.xml"/>
  <Override ContentType="application/vnd.openxmlformats-officedocument.presentationml.slide+xml" PartName="/ppt/slides/slide277.xml"/>
  <Override ContentType="application/vnd.openxmlformats-officedocument.presentationml.slide+xml" PartName="/ppt/slides/slide278.xml"/>
  <Override ContentType="application/vnd.openxmlformats-officedocument.presentationml.slide+xml" PartName="/ppt/slides/slide279.xml"/>
  <Override ContentType="application/vnd.openxmlformats-officedocument.presentationml.slide+xml" PartName="/ppt/slides/slide280.xml"/>
  <Override ContentType="application/vnd.openxmlformats-officedocument.presentationml.slide+xml" PartName="/ppt/slides/slide281.xml"/>
  <Override ContentType="application/vnd.openxmlformats-officedocument.presentationml.slide+xml" PartName="/ppt/slides/slide282.xml"/>
  <Override ContentType="application/vnd.openxmlformats-officedocument.presentationml.slide+xml" PartName="/ppt/slides/slide283.xml"/>
  <Override ContentType="application/vnd.openxmlformats-officedocument.presentationml.slide+xml" PartName="/ppt/slides/slide284.xml"/>
  <Override ContentType="application/vnd.openxmlformats-officedocument.presentationml.slide+xml" PartName="/ppt/slides/slide285.xml"/>
  <Override ContentType="application/vnd.openxmlformats-officedocument.presentationml.slide+xml" PartName="/ppt/slides/slide286.xml"/>
  <Override ContentType="application/vnd.openxmlformats-officedocument.presentationml.slide+xml" PartName="/ppt/slides/slide287.xml"/>
  <Override ContentType="application/vnd.openxmlformats-officedocument.presentationml.slide+xml" PartName="/ppt/slides/slide288.xml"/>
  <Override ContentType="application/vnd.openxmlformats-officedocument.presentationml.slide+xml" PartName="/ppt/slides/slide289.xml"/>
  <Override ContentType="application/vnd.openxmlformats-officedocument.presentationml.slide+xml" PartName="/ppt/slides/slide290.xml"/>
  <Override ContentType="application/vnd.openxmlformats-officedocument.presentationml.slide+xml" PartName="/ppt/slides/slide291.xml"/>
  <Override ContentType="application/vnd.openxmlformats-officedocument.presentationml.slide+xml" PartName="/ppt/slides/slide292.xml"/>
  <Override ContentType="application/vnd.openxmlformats-officedocument.presentationml.slide+xml" PartName="/ppt/slides/slide293.xml"/>
  <Override ContentType="application/vnd.openxmlformats-officedocument.presentationml.slide+xml" PartName="/ppt/slides/slide294.xml"/>
  <Override ContentType="application/vnd.openxmlformats-officedocument.presentationml.slide+xml" PartName="/ppt/slides/slide295.xml"/>
  <Override ContentType="application/vnd.openxmlformats-officedocument.presentationml.slide+xml" PartName="/ppt/slides/slide296.xml"/>
  <Override ContentType="application/vnd.openxmlformats-officedocument.presentationml.slide+xml" PartName="/ppt/slides/slide297.xml"/>
  <Override ContentType="application/vnd.openxmlformats-officedocument.presentationml.slide+xml" PartName="/ppt/slides/slide298.xml"/>
  <Override ContentType="application/vnd.openxmlformats-officedocument.presentationml.slide+xml" PartName="/ppt/slides/slide299.xml"/>
  <Override ContentType="application/vnd.openxmlformats-officedocument.presentationml.slide+xml" PartName="/ppt/slides/slide300.xml"/>
  <Override ContentType="application/vnd.openxmlformats-officedocument.presentationml.slide+xml" PartName="/ppt/slides/slide301.xml"/>
  <Override ContentType="application/vnd.openxmlformats-officedocument.presentationml.slide+xml" PartName="/ppt/slides/slide302.xml"/>
  <Override ContentType="application/vnd.openxmlformats-officedocument.presentationml.slide+xml" PartName="/ppt/slides/slide303.xml"/>
  <Override ContentType="application/vnd.openxmlformats-officedocument.presentationml.slide+xml" PartName="/ppt/slides/slide304.xml"/>
  <Override ContentType="application/vnd.openxmlformats-officedocument.presentationml.slide+xml" PartName="/ppt/slides/slide305.xml"/>
  <Override ContentType="application/vnd.openxmlformats-officedocument.presentationml.slide+xml" PartName="/ppt/slides/slide306.xml"/>
  <Override ContentType="application/vnd.openxmlformats-officedocument.presentationml.slide+xml" PartName="/ppt/slides/slide307.xml"/>
  <Override ContentType="application/vnd.openxmlformats-officedocument.presentationml.slide+xml" PartName="/ppt/slides/slide308.xml"/>
  <Override ContentType="application/vnd.openxmlformats-officedocument.presentationml.slide+xml" PartName="/ppt/slides/slide309.xml"/>
  <Override ContentType="application/vnd.openxmlformats-officedocument.presentationml.slide+xml" PartName="/ppt/slides/slide310.xml"/>
  <Override ContentType="application/vnd.openxmlformats-officedocument.presentationml.slide+xml" PartName="/ppt/slides/slide311.xml"/>
  <Override ContentType="application/vnd.openxmlformats-officedocument.presentationml.slide+xml" PartName="/ppt/slides/slide312.xml"/>
  <Override ContentType="application/vnd.openxmlformats-officedocument.presentationml.slide+xml" PartName="/ppt/slides/slide313.xml"/>
  <Override ContentType="application/vnd.openxmlformats-officedocument.presentationml.slide+xml" PartName="/ppt/slides/slide314.xml"/>
  <Override ContentType="application/vnd.openxmlformats-officedocument.presentationml.slide+xml" PartName="/ppt/slides/slide315.xml"/>
  <Override ContentType="application/vnd.openxmlformats-officedocument.presentationml.slide+xml" PartName="/ppt/slides/slide316.xml"/>
  <Override ContentType="application/vnd.openxmlformats-officedocument.presentationml.slide+xml" PartName="/ppt/slides/slide317.xml"/>
  <Override ContentType="application/vnd.openxmlformats-officedocument.presentationml.slide+xml" PartName="/ppt/slides/slide318.xml"/>
  <Override ContentType="application/vnd.openxmlformats-officedocument.presentationml.slide+xml" PartName="/ppt/slides/slide319.xml"/>
  <Override ContentType="application/vnd.openxmlformats-officedocument.presentationml.slide+xml" PartName="/ppt/slides/slide320.xml"/>
  <Override ContentType="application/vnd.openxmlformats-officedocument.presentationml.slide+xml" PartName="/ppt/slides/slide321.xml"/>
  <Override ContentType="application/vnd.openxmlformats-officedocument.presentationml.slide+xml" PartName="/ppt/slides/slide322.xml"/>
  <Override ContentType="application/vnd.openxmlformats-officedocument.presentationml.slide+xml" PartName="/ppt/slides/slide323.xml"/>
  <Override ContentType="application/vnd.openxmlformats-officedocument.presentationml.slide+xml" PartName="/ppt/slides/slide324.xml"/>
  <Override ContentType="application/vnd.openxmlformats-officedocument.presentationml.slide+xml" PartName="/ppt/slides/slide325.xml"/>
  <Override ContentType="application/vnd.openxmlformats-officedocument.presentationml.slide+xml" PartName="/ppt/slides/slide326.xml"/>
  <Override ContentType="application/vnd.openxmlformats-officedocument.presentationml.slide+xml" PartName="/ppt/slides/slide327.xml"/>
  <Override ContentType="application/vnd.openxmlformats-officedocument.presentationml.slide+xml" PartName="/ppt/slides/slide328.xml"/>
  <Override ContentType="application/vnd.openxmlformats-officedocument.presentationml.slide+xml" PartName="/ppt/slides/slide329.xml"/>
  <Override ContentType="application/vnd.openxmlformats-officedocument.presentationml.slide+xml" PartName="/ppt/slides/slide330.xml"/>
  <Override ContentType="application/vnd.openxmlformats-officedocument.presentationml.slide+xml" PartName="/ppt/slides/slide331.xml"/>
  <Override ContentType="application/vnd.openxmlformats-officedocument.presentationml.slide+xml" PartName="/ppt/slides/slide332.xml"/>
  <Override ContentType="application/vnd.openxmlformats-officedocument.presentationml.slide+xml" PartName="/ppt/slides/slide333.xml"/>
  <Override ContentType="application/vnd.openxmlformats-officedocument.presentationml.slide+xml" PartName="/ppt/slides/slide334.xml"/>
  <Override ContentType="application/vnd.openxmlformats-officedocument.presentationml.slide+xml" PartName="/ppt/slides/slide335.xml"/>
  <Override ContentType="application/vnd.openxmlformats-officedocument.presentationml.slide+xml" PartName="/ppt/slides/slide336.xml"/>
  <Override ContentType="application/vnd.openxmlformats-officedocument.presentationml.slide+xml" PartName="/ppt/slides/slide337.xml"/>
  <Override ContentType="application/vnd.openxmlformats-officedocument.presentationml.slide+xml" PartName="/ppt/slides/slide338.xml"/>
  <Override ContentType="application/vnd.openxmlformats-officedocument.presentationml.slide+xml" PartName="/ppt/slides/slide339.xml"/>
  <Override ContentType="application/vnd.openxmlformats-officedocument.presentationml.slide+xml" PartName="/ppt/slides/slide340.xml"/>
  <Override ContentType="application/vnd.openxmlformats-officedocument.presentationml.slide+xml" PartName="/ppt/slides/slide341.xml"/>
  <Override ContentType="application/vnd.openxmlformats-officedocument.presentationml.slide+xml" PartName="/ppt/slides/slide342.xml"/>
  <Override ContentType="application/vnd.openxmlformats-officedocument.presentationml.slide+xml" PartName="/ppt/slides/slide343.xml"/>
  <Override ContentType="application/vnd.openxmlformats-officedocument.presentationml.slide+xml" PartName="/ppt/slides/slide344.xml"/>
  <Override ContentType="application/vnd.openxmlformats-officedocument.presentationml.slide+xml" PartName="/ppt/slides/slide345.xml"/>
  <Override ContentType="application/vnd.openxmlformats-officedocument.presentationml.slide+xml" PartName="/ppt/slides/slide346.xml"/>
  <Override ContentType="application/vnd.openxmlformats-officedocument.presentationml.slide+xml" PartName="/ppt/slides/slide347.xml"/>
  <Override ContentType="application/vnd.openxmlformats-officedocument.presentationml.slide+xml" PartName="/ppt/slides/slide348.xml"/>
  <Override ContentType="application/vnd.openxmlformats-officedocument.presentationml.slide+xml" PartName="/ppt/slides/slide349.xml"/>
  <Override ContentType="application/vnd.openxmlformats-officedocument.presentationml.slide+xml" PartName="/ppt/slides/slide350.xml"/>
  <Override ContentType="application/vnd.openxmlformats-officedocument.presentationml.slide+xml" PartName="/ppt/slides/slide351.xml"/>
  <Override ContentType="application/vnd.openxmlformats-officedocument.presentationml.slide+xml" PartName="/ppt/slides/slide352.xml"/>
  <Override ContentType="application/vnd.openxmlformats-officedocument.presentationml.slide+xml" PartName="/ppt/slides/slide353.xml"/>
  <Override ContentType="application/vnd.openxmlformats-officedocument.presentationml.slide+xml" PartName="/ppt/slides/slide354.xml"/>
  <Override ContentType="application/vnd.openxmlformats-officedocument.presentationml.slide+xml" PartName="/ppt/slides/slide355.xml"/>
  <Override ContentType="application/vnd.openxmlformats-officedocument.presentationml.slide+xml" PartName="/ppt/slides/slide356.xml"/>
  <Override ContentType="application/vnd.openxmlformats-officedocument.presentationml.slide+xml" PartName="/ppt/slides/slide357.xml"/>
  <Override ContentType="application/vnd.openxmlformats-officedocument.presentationml.slide+xml" PartName="/ppt/slides/slide358.xml"/>
  <Override ContentType="application/vnd.openxmlformats-officedocument.presentationml.slide+xml" PartName="/ppt/slides/slide359.xml"/>
  <Override ContentType="application/vnd.openxmlformats-officedocument.presentationml.slide+xml" PartName="/ppt/slides/slide360.xml"/>
  <Override ContentType="application/vnd.openxmlformats-officedocument.presentationml.slide+xml" PartName="/ppt/slides/slide361.xml"/>
  <Override ContentType="application/vnd.openxmlformats-officedocument.presentationml.slide+xml" PartName="/ppt/slides/slide362.xml"/>
  <Override ContentType="application/vnd.openxmlformats-officedocument.presentationml.slide+xml" PartName="/ppt/slides/slide363.xml"/>
  <Override ContentType="application/vnd.openxmlformats-officedocument.presentationml.slide+xml" PartName="/ppt/slides/slide364.xml"/>
  <Override ContentType="application/vnd.openxmlformats-officedocument.presentationml.slide+xml" PartName="/ppt/slides/slide365.xml"/>
  <Override ContentType="application/vnd.openxmlformats-officedocument.presentationml.slide+xml" PartName="/ppt/slides/slide366.xml"/>
  <Override ContentType="application/vnd.openxmlformats-officedocument.presentationml.slide+xml" PartName="/ppt/slides/slide367.xml"/>
  <Override ContentType="application/vnd.openxmlformats-officedocument.presentationml.slide+xml" PartName="/ppt/slides/slide368.xml"/>
  <Override ContentType="application/vnd.openxmlformats-officedocument.presentationml.slide+xml" PartName="/ppt/slides/slide369.xml"/>
  <Override ContentType="application/vnd.openxmlformats-officedocument.presentationml.slide+xml" PartName="/ppt/slides/slide370.xml"/>
  <Override ContentType="application/vnd.openxmlformats-officedocument.presentationml.slide+xml" PartName="/ppt/slides/slide371.xml"/>
  <Override ContentType="application/vnd.openxmlformats-officedocument.presentationml.slide+xml" PartName="/ppt/slides/slide372.xml"/>
  <Override ContentType="application/vnd.openxmlformats-officedocument.presentationml.slide+xml" PartName="/ppt/slides/slide373.xml"/>
  <Override ContentType="application/vnd.openxmlformats-officedocument.presentationml.slide+xml" PartName="/ppt/slides/slide374.xml"/>
  <Override ContentType="application/vnd.openxmlformats-officedocument.presentationml.slide+xml" PartName="/ppt/slides/slide375.xml"/>
  <Override ContentType="application/vnd.openxmlformats-officedocument.presentationml.slide+xml" PartName="/ppt/slides/slide376.xml"/>
  <Override ContentType="application/vnd.openxmlformats-officedocument.presentationml.slide+xml" PartName="/ppt/slides/slide377.xml"/>
  <Override ContentType="application/vnd.openxmlformats-officedocument.presentationml.slide+xml" PartName="/ppt/slides/slide378.xml"/>
  <Override ContentType="application/vnd.openxmlformats-officedocument.presentationml.slide+xml" PartName="/ppt/slides/slide379.xml"/>
  <Override ContentType="application/vnd.openxmlformats-officedocument.presentationml.slide+xml" PartName="/ppt/slides/slide380.xml"/>
  <Override ContentType="application/vnd.openxmlformats-officedocument.presentationml.slide+xml" PartName="/ppt/slides/slide381.xml"/>
  <Override ContentType="application/vnd.openxmlformats-officedocument.presentationml.slide+xml" PartName="/ppt/slides/slide382.xml"/>
  <Override ContentType="application/vnd.openxmlformats-officedocument.presentationml.slide+xml" PartName="/ppt/slides/slide383.xml"/>
  <Override ContentType="application/vnd.openxmlformats-officedocument.presentationml.slide+xml" PartName="/ppt/slides/slide384.xml"/>
  <Override ContentType="application/vnd.openxmlformats-officedocument.presentationml.slide+xml" PartName="/ppt/slides/slide385.xml"/>
  <Override ContentType="application/vnd.openxmlformats-officedocument.presentationml.slide+xml" PartName="/ppt/slides/slide386.xml"/>
  <Override ContentType="application/vnd.openxmlformats-officedocument.presentationml.slide+xml" PartName="/ppt/slides/slide387.xml"/>
  <Override ContentType="application/vnd.openxmlformats-officedocument.presentationml.slide+xml" PartName="/ppt/slides/slide388.xml"/>
  <Override ContentType="application/vnd.openxmlformats-officedocument.presentationml.slide+xml" PartName="/ppt/slides/slide389.xml"/>
  <Override ContentType="application/vnd.openxmlformats-officedocument.presentationml.slide+xml" PartName="/ppt/slides/slide390.xml"/>
  <Override ContentType="application/vnd.openxmlformats-officedocument.presentationml.slide+xml" PartName="/ppt/slides/slide391.xml"/>
  <Override ContentType="application/vnd.openxmlformats-officedocument.presentationml.slide+xml" PartName="/ppt/slides/slide392.xml"/>
  <Override ContentType="application/vnd.openxmlformats-officedocument.presentationml.slide+xml" PartName="/ppt/slides/slide393.xml"/>
  <Override ContentType="application/vnd.openxmlformats-officedocument.presentationml.slide+xml" PartName="/ppt/slides/slide394.xml"/>
  <Override ContentType="application/vnd.openxmlformats-officedocument.presentationml.slide+xml" PartName="/ppt/slides/slide395.xml"/>
  <Override ContentType="application/vnd.openxmlformats-officedocument.presentationml.slide+xml" PartName="/ppt/slides/slide396.xml"/>
  <Override ContentType="application/vnd.openxmlformats-officedocument.presentationml.slide+xml" PartName="/ppt/slides/slide397.xml"/>
  <Override ContentType="application/vnd.openxmlformats-officedocument.presentationml.slide+xml" PartName="/ppt/slides/slide398.xml"/>
  <Override ContentType="application/vnd.openxmlformats-officedocument.presentationml.slide+xml" PartName="/ppt/slides/slide399.xml"/>
  <Override ContentType="application/vnd.openxmlformats-officedocument.presentationml.slide+xml" PartName="/ppt/slides/slide400.xml"/>
  <Override ContentType="application/vnd.openxmlformats-officedocument.presentationml.slide+xml" PartName="/ppt/slides/slide401.xml"/>
  <Override ContentType="application/vnd.openxmlformats-officedocument.presentationml.slide+xml" PartName="/ppt/slides/slide402.xml"/>
  <Override ContentType="application/vnd.openxmlformats-officedocument.presentationml.slide+xml" PartName="/ppt/slides/slide403.xml"/>
  <Override ContentType="application/vnd.openxmlformats-officedocument.presentationml.slide+xml" PartName="/ppt/slides/slide404.xml"/>
  <Override ContentType="application/vnd.openxmlformats-officedocument.presentationml.slide+xml" PartName="/ppt/slides/slide405.xml"/>
  <Override ContentType="application/vnd.openxmlformats-officedocument.presentationml.slide+xml" PartName="/ppt/slides/slide406.xml"/>
  <Override ContentType="application/vnd.openxmlformats-officedocument.presentationml.slide+xml" PartName="/ppt/slides/slide407.xml"/>
  <Override ContentType="application/vnd.openxmlformats-officedocument.presentationml.slide+xml" PartName="/ppt/slides/slide408.xml"/>
  <Override ContentType="application/vnd.openxmlformats-officedocument.presentationml.slide+xml" PartName="/ppt/slides/slide409.xml"/>
  <Override ContentType="application/vnd.openxmlformats-officedocument.presentationml.slide+xml" PartName="/ppt/slides/slide410.xml"/>
  <Override ContentType="application/vnd.openxmlformats-officedocument.presentationml.slide+xml" PartName="/ppt/slides/slide411.xml"/>
  <Override ContentType="application/vnd.openxmlformats-officedocument.presentationml.slide+xml" PartName="/ppt/slides/slide412.xml"/>
  <Override ContentType="application/vnd.openxmlformats-officedocument.presentationml.slide+xml" PartName="/ppt/slides/slide413.xml"/>
  <Override ContentType="application/vnd.openxmlformats-officedocument.presentationml.slide+xml" PartName="/ppt/slides/slide414.xml"/>
  <Override ContentType="application/vnd.openxmlformats-officedocument.presentationml.slide+xml" PartName="/ppt/slides/slide415.xml"/>
  <Override ContentType="application/vnd.openxmlformats-officedocument.presentationml.slide+xml" PartName="/ppt/slides/slide416.xml"/>
  <Override ContentType="application/vnd.openxmlformats-officedocument.presentationml.slide+xml" PartName="/ppt/slides/slide417.xml"/>
  <Override ContentType="application/vnd.openxmlformats-officedocument.presentationml.slide+xml" PartName="/ppt/slides/slide418.xml"/>
  <Override ContentType="application/vnd.openxmlformats-officedocument.presentationml.slide+xml" PartName="/ppt/slides/slide419.xml"/>
  <Override ContentType="application/vnd.openxmlformats-officedocument.presentationml.slide+xml" PartName="/ppt/slides/slide420.xml"/>
  <Override ContentType="application/vnd.openxmlformats-officedocument.presentationml.slide+xml" PartName="/ppt/slides/slide421.xml"/>
  <Override ContentType="application/vnd.openxmlformats-officedocument.presentationml.slide+xml" PartName="/ppt/slides/slide422.xml"/>
  <Override ContentType="application/vnd.openxmlformats-officedocument.presentationml.slide+xml" PartName="/ppt/slides/slide423.xml"/>
  <Override ContentType="application/vnd.openxmlformats-officedocument.presentationml.slide+xml" PartName="/ppt/slides/slide424.xml"/>
  <Override ContentType="application/vnd.openxmlformats-officedocument.presentationml.slide+xml" PartName="/ppt/slides/slide425.xml"/>
  <Override ContentType="application/vnd.openxmlformats-officedocument.presentationml.slide+xml" PartName="/ppt/slides/slide426.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5001"/>
    <p:sldId id="257" r:id="rId5002"/>
    <p:sldId id="258" r:id="rId5003"/>
    <p:sldId id="259" r:id="rId5004"/>
    <p:sldId id="260" r:id="rId5005"/>
    <p:sldId id="261" r:id="rId5006"/>
    <p:sldId id="262" r:id="rId5007"/>
    <p:sldId id="263" r:id="rId5008"/>
    <p:sldId id="264" r:id="rId5009"/>
    <p:sldId id="265" r:id="rId5010"/>
    <p:sldId id="266" r:id="rId5011"/>
    <p:sldId id="267" r:id="rId5012"/>
    <p:sldId id="268" r:id="rId5013"/>
    <p:sldId id="269" r:id="rId5014"/>
    <p:sldId id="270" r:id="rId5015"/>
    <p:sldId id="271" r:id="rId5016"/>
    <p:sldId id="272" r:id="rId5017"/>
    <p:sldId id="273" r:id="rId5018"/>
    <p:sldId id="274" r:id="rId5019"/>
    <p:sldId id="275" r:id="rId5020"/>
    <p:sldId id="276" r:id="rId5021"/>
    <p:sldId id="277" r:id="rId5022"/>
    <p:sldId id="278" r:id="rId5023"/>
    <p:sldId id="279" r:id="rId5024"/>
    <p:sldId id="280" r:id="rId5025"/>
    <p:sldId id="281" r:id="rId5026"/>
    <p:sldId id="282" r:id="rId5027"/>
    <p:sldId id="283" r:id="rId5028"/>
    <p:sldId id="284" r:id="rId5029"/>
    <p:sldId id="285" r:id="rId5030"/>
    <p:sldId id="286" r:id="rId5031"/>
    <p:sldId id="287" r:id="rId5032"/>
    <p:sldId id="288" r:id="rId5033"/>
    <p:sldId id="289" r:id="rId5034"/>
    <p:sldId id="290" r:id="rId5035"/>
    <p:sldId id="291" r:id="rId5036"/>
    <p:sldId id="292" r:id="rId5037"/>
    <p:sldId id="293" r:id="rId5038"/>
    <p:sldId id="294" r:id="rId5039"/>
    <p:sldId id="295" r:id="rId5040"/>
    <p:sldId id="296" r:id="rId5041"/>
    <p:sldId id="297" r:id="rId5042"/>
    <p:sldId id="298" r:id="rId5043"/>
    <p:sldId id="299" r:id="rId5044"/>
    <p:sldId id="300" r:id="rId5045"/>
    <p:sldId id="301" r:id="rId5046"/>
    <p:sldId id="302" r:id="rId5047"/>
    <p:sldId id="303" r:id="rId5048"/>
    <p:sldId id="304" r:id="rId5049"/>
    <p:sldId id="305" r:id="rId5050"/>
    <p:sldId id="306" r:id="rId5051"/>
    <p:sldId id="307" r:id="rId5052"/>
    <p:sldId id="308" r:id="rId5053"/>
    <p:sldId id="309" r:id="rId5054"/>
    <p:sldId id="310" r:id="rId5055"/>
    <p:sldId id="311" r:id="rId5056"/>
    <p:sldId id="312" r:id="rId5057"/>
    <p:sldId id="313" r:id="rId5058"/>
    <p:sldId id="314" r:id="rId5059"/>
    <p:sldId id="315" r:id="rId5060"/>
    <p:sldId id="316" r:id="rId5061"/>
    <p:sldId id="317" r:id="rId5062"/>
    <p:sldId id="318" r:id="rId5063"/>
    <p:sldId id="319" r:id="rId5064"/>
    <p:sldId id="320" r:id="rId5065"/>
    <p:sldId id="321" r:id="rId5066"/>
    <p:sldId id="322" r:id="rId5067"/>
    <p:sldId id="323" r:id="rId5068"/>
    <p:sldId id="324" r:id="rId5069"/>
    <p:sldId id="325" r:id="rId5070"/>
    <p:sldId id="326" r:id="rId5071"/>
    <p:sldId id="327" r:id="rId5072"/>
    <p:sldId id="328" r:id="rId5073"/>
    <p:sldId id="329" r:id="rId5074"/>
    <p:sldId id="330" r:id="rId5075"/>
    <p:sldId id="331" r:id="rId5076"/>
    <p:sldId id="332" r:id="rId5077"/>
    <p:sldId id="333" r:id="rId5078"/>
    <p:sldId id="334" r:id="rId5079"/>
    <p:sldId id="335" r:id="rId5080"/>
    <p:sldId id="336" r:id="rId5081"/>
    <p:sldId id="337" r:id="rId5082"/>
    <p:sldId id="338" r:id="rId5083"/>
    <p:sldId id="339" r:id="rId5084"/>
    <p:sldId id="340" r:id="rId5085"/>
    <p:sldId id="341" r:id="rId5086"/>
    <p:sldId id="342" r:id="rId5087"/>
    <p:sldId id="343" r:id="rId5088"/>
    <p:sldId id="344" r:id="rId5089"/>
    <p:sldId id="345" r:id="rId5090"/>
    <p:sldId id="346" r:id="rId5091"/>
    <p:sldId id="347" r:id="rId5092"/>
    <p:sldId id="348" r:id="rId5093"/>
    <p:sldId id="349" r:id="rId5094"/>
    <p:sldId id="350" r:id="rId5095"/>
    <p:sldId id="351" r:id="rId5096"/>
    <p:sldId id="352" r:id="rId5097"/>
    <p:sldId id="353" r:id="rId5098"/>
    <p:sldId id="354" r:id="rId5099"/>
    <p:sldId id="355" r:id="rId5100"/>
    <p:sldId id="356" r:id="rId5101"/>
    <p:sldId id="357" r:id="rId5102"/>
    <p:sldId id="358" r:id="rId5103"/>
    <p:sldId id="359" r:id="rId5104"/>
    <p:sldId id="360" r:id="rId5105"/>
    <p:sldId id="361" r:id="rId5106"/>
    <p:sldId id="362" r:id="rId5107"/>
    <p:sldId id="363" r:id="rId5108"/>
    <p:sldId id="364" r:id="rId5109"/>
    <p:sldId id="365" r:id="rId5110"/>
    <p:sldId id="366" r:id="rId5111"/>
    <p:sldId id="367" r:id="rId5112"/>
    <p:sldId id="368" r:id="rId5113"/>
    <p:sldId id="369" r:id="rId5114"/>
    <p:sldId id="370" r:id="rId5115"/>
    <p:sldId id="371" r:id="rId5116"/>
    <p:sldId id="372" r:id="rId5117"/>
    <p:sldId id="373" r:id="rId5118"/>
    <p:sldId id="374" r:id="rId5119"/>
    <p:sldId id="375" r:id="rId5120"/>
    <p:sldId id="376" r:id="rId5121"/>
    <p:sldId id="377" r:id="rId5122"/>
    <p:sldId id="378" r:id="rId5123"/>
    <p:sldId id="379" r:id="rId5124"/>
    <p:sldId id="380" r:id="rId5125"/>
    <p:sldId id="381" r:id="rId5126"/>
    <p:sldId id="382" r:id="rId5127"/>
    <p:sldId id="383" r:id="rId5128"/>
    <p:sldId id="384" r:id="rId5129"/>
    <p:sldId id="385" r:id="rId5130"/>
    <p:sldId id="386" r:id="rId5131"/>
    <p:sldId id="387" r:id="rId5132"/>
    <p:sldId id="388" r:id="rId5133"/>
    <p:sldId id="389" r:id="rId5134"/>
    <p:sldId id="390" r:id="rId5135"/>
    <p:sldId id="391" r:id="rId5136"/>
    <p:sldId id="392" r:id="rId5137"/>
    <p:sldId id="393" r:id="rId5138"/>
    <p:sldId id="394" r:id="rId5139"/>
    <p:sldId id="395" r:id="rId5140"/>
    <p:sldId id="396" r:id="rId5141"/>
    <p:sldId id="397" r:id="rId5142"/>
    <p:sldId id="398" r:id="rId5143"/>
    <p:sldId id="399" r:id="rId5144"/>
    <p:sldId id="400" r:id="rId5145"/>
    <p:sldId id="401" r:id="rId5146"/>
    <p:sldId id="402" r:id="rId5147"/>
    <p:sldId id="403" r:id="rId5148"/>
    <p:sldId id="404" r:id="rId5149"/>
    <p:sldId id="405" r:id="rId5150"/>
    <p:sldId id="406" r:id="rId5151"/>
    <p:sldId id="407" r:id="rId5152"/>
    <p:sldId id="408" r:id="rId5153"/>
    <p:sldId id="409" r:id="rId5154"/>
    <p:sldId id="410" r:id="rId5155"/>
    <p:sldId id="411" r:id="rId5156"/>
    <p:sldId id="412" r:id="rId5157"/>
    <p:sldId id="413" r:id="rId5158"/>
    <p:sldId id="414" r:id="rId5159"/>
    <p:sldId id="415" r:id="rId5160"/>
    <p:sldId id="416" r:id="rId5161"/>
    <p:sldId id="417" r:id="rId5162"/>
    <p:sldId id="418" r:id="rId5163"/>
    <p:sldId id="419" r:id="rId5164"/>
    <p:sldId id="420" r:id="rId5165"/>
    <p:sldId id="421" r:id="rId5166"/>
    <p:sldId id="422" r:id="rId5167"/>
    <p:sldId id="423" r:id="rId5168"/>
    <p:sldId id="424" r:id="rId5169"/>
    <p:sldId id="425" r:id="rId5170"/>
    <p:sldId id="426" r:id="rId5171"/>
    <p:sldId id="427" r:id="rId5172"/>
    <p:sldId id="428" r:id="rId5173"/>
    <p:sldId id="429" r:id="rId5174"/>
    <p:sldId id="430" r:id="rId5175"/>
    <p:sldId id="431" r:id="rId5176"/>
    <p:sldId id="432" r:id="rId5177"/>
    <p:sldId id="433" r:id="rId5178"/>
    <p:sldId id="434" r:id="rId5179"/>
    <p:sldId id="435" r:id="rId5180"/>
    <p:sldId id="436" r:id="rId5181"/>
    <p:sldId id="437" r:id="rId5182"/>
    <p:sldId id="438" r:id="rId5183"/>
    <p:sldId id="439" r:id="rId5184"/>
    <p:sldId id="440" r:id="rId5185"/>
    <p:sldId id="441" r:id="rId5186"/>
    <p:sldId id="442" r:id="rId5187"/>
    <p:sldId id="443" r:id="rId5188"/>
    <p:sldId id="444" r:id="rId5189"/>
    <p:sldId id="445" r:id="rId5190"/>
    <p:sldId id="446" r:id="rId5191"/>
    <p:sldId id="447" r:id="rId5192"/>
    <p:sldId id="448" r:id="rId5193"/>
    <p:sldId id="449" r:id="rId5194"/>
    <p:sldId id="450" r:id="rId5195"/>
    <p:sldId id="451" r:id="rId5196"/>
    <p:sldId id="452" r:id="rId5197"/>
    <p:sldId id="453" r:id="rId5198"/>
    <p:sldId id="454" r:id="rId5199"/>
    <p:sldId id="455" r:id="rId5200"/>
    <p:sldId id="456" r:id="rId5201"/>
    <p:sldId id="457" r:id="rId5202"/>
    <p:sldId id="458" r:id="rId5203"/>
    <p:sldId id="459" r:id="rId5204"/>
    <p:sldId id="460" r:id="rId5205"/>
    <p:sldId id="461" r:id="rId5206"/>
    <p:sldId id="462" r:id="rId5207"/>
    <p:sldId id="463" r:id="rId5208"/>
    <p:sldId id="464" r:id="rId5209"/>
    <p:sldId id="465" r:id="rId5210"/>
    <p:sldId id="466" r:id="rId5211"/>
    <p:sldId id="467" r:id="rId5212"/>
    <p:sldId id="468" r:id="rId5213"/>
    <p:sldId id="469" r:id="rId5214"/>
    <p:sldId id="470" r:id="rId5215"/>
    <p:sldId id="471" r:id="rId5216"/>
    <p:sldId id="472" r:id="rId5217"/>
    <p:sldId id="473" r:id="rId5218"/>
    <p:sldId id="474" r:id="rId5219"/>
    <p:sldId id="475" r:id="rId5220"/>
    <p:sldId id="476" r:id="rId5221"/>
    <p:sldId id="477" r:id="rId5222"/>
    <p:sldId id="478" r:id="rId5223"/>
    <p:sldId id="479" r:id="rId5224"/>
    <p:sldId id="480" r:id="rId5225"/>
    <p:sldId id="481" r:id="rId5226"/>
    <p:sldId id="482" r:id="rId5227"/>
    <p:sldId id="483" r:id="rId5228"/>
    <p:sldId id="484" r:id="rId5229"/>
    <p:sldId id="485" r:id="rId5230"/>
    <p:sldId id="486" r:id="rId5231"/>
    <p:sldId id="487" r:id="rId5232"/>
    <p:sldId id="488" r:id="rId5233"/>
    <p:sldId id="489" r:id="rId5234"/>
    <p:sldId id="490" r:id="rId5235"/>
    <p:sldId id="491" r:id="rId5236"/>
    <p:sldId id="492" r:id="rId5237"/>
    <p:sldId id="493" r:id="rId5238"/>
    <p:sldId id="494" r:id="rId5239"/>
    <p:sldId id="495" r:id="rId5240"/>
    <p:sldId id="496" r:id="rId5241"/>
    <p:sldId id="497" r:id="rId5242"/>
    <p:sldId id="498" r:id="rId5243"/>
    <p:sldId id="499" r:id="rId5244"/>
    <p:sldId id="500" r:id="rId5245"/>
    <p:sldId id="501" r:id="rId5246"/>
    <p:sldId id="502" r:id="rId5247"/>
    <p:sldId id="503" r:id="rId5248"/>
    <p:sldId id="504" r:id="rId5249"/>
    <p:sldId id="505" r:id="rId5250"/>
    <p:sldId id="506" r:id="rId5251"/>
    <p:sldId id="507" r:id="rId5252"/>
    <p:sldId id="508" r:id="rId5253"/>
    <p:sldId id="509" r:id="rId5254"/>
    <p:sldId id="510" r:id="rId5255"/>
    <p:sldId id="511" r:id="rId5256"/>
    <p:sldId id="512" r:id="rId5257"/>
    <p:sldId id="513" r:id="rId5258"/>
    <p:sldId id="514" r:id="rId5259"/>
    <p:sldId id="515" r:id="rId5260"/>
    <p:sldId id="516" r:id="rId5261"/>
    <p:sldId id="517" r:id="rId5262"/>
    <p:sldId id="518" r:id="rId5263"/>
    <p:sldId id="519" r:id="rId5264"/>
    <p:sldId id="520" r:id="rId5265"/>
    <p:sldId id="521" r:id="rId5266"/>
    <p:sldId id="522" r:id="rId5267"/>
    <p:sldId id="523" r:id="rId5268"/>
    <p:sldId id="524" r:id="rId5269"/>
    <p:sldId id="525" r:id="rId5270"/>
    <p:sldId id="526" r:id="rId5271"/>
    <p:sldId id="527" r:id="rId5272"/>
    <p:sldId id="528" r:id="rId5273"/>
    <p:sldId id="529" r:id="rId5274"/>
    <p:sldId id="530" r:id="rId5275"/>
    <p:sldId id="531" r:id="rId5276"/>
    <p:sldId id="532" r:id="rId5277"/>
    <p:sldId id="533" r:id="rId5278"/>
    <p:sldId id="534" r:id="rId5279"/>
    <p:sldId id="535" r:id="rId5280"/>
    <p:sldId id="536" r:id="rId5281"/>
    <p:sldId id="537" r:id="rId5282"/>
    <p:sldId id="538" r:id="rId5283"/>
    <p:sldId id="539" r:id="rId5284"/>
    <p:sldId id="540" r:id="rId5285"/>
    <p:sldId id="541" r:id="rId5286"/>
    <p:sldId id="542" r:id="rId5287"/>
    <p:sldId id="543" r:id="rId5288"/>
    <p:sldId id="544" r:id="rId5289"/>
    <p:sldId id="545" r:id="rId5290"/>
    <p:sldId id="546" r:id="rId5291"/>
    <p:sldId id="547" r:id="rId5292"/>
    <p:sldId id="548" r:id="rId5293"/>
    <p:sldId id="549" r:id="rId5294"/>
    <p:sldId id="550" r:id="rId5295"/>
    <p:sldId id="551" r:id="rId5296"/>
    <p:sldId id="552" r:id="rId5297"/>
    <p:sldId id="553" r:id="rId5298"/>
    <p:sldId id="554" r:id="rId5299"/>
    <p:sldId id="555" r:id="rId5300"/>
    <p:sldId id="556" r:id="rId5301"/>
    <p:sldId id="557" r:id="rId5302"/>
    <p:sldId id="558" r:id="rId5303"/>
    <p:sldId id="559" r:id="rId5304"/>
    <p:sldId id="560" r:id="rId5305"/>
    <p:sldId id="561" r:id="rId5306"/>
    <p:sldId id="562" r:id="rId5307"/>
    <p:sldId id="563" r:id="rId5308"/>
    <p:sldId id="564" r:id="rId5309"/>
    <p:sldId id="565" r:id="rId5310"/>
    <p:sldId id="566" r:id="rId5311"/>
    <p:sldId id="567" r:id="rId5312"/>
    <p:sldId id="568" r:id="rId5313"/>
    <p:sldId id="569" r:id="rId5314"/>
    <p:sldId id="570" r:id="rId5315"/>
    <p:sldId id="571" r:id="rId5316"/>
    <p:sldId id="572" r:id="rId5317"/>
    <p:sldId id="573" r:id="rId5318"/>
    <p:sldId id="574" r:id="rId5319"/>
    <p:sldId id="575" r:id="rId5320"/>
    <p:sldId id="576" r:id="rId5321"/>
    <p:sldId id="577" r:id="rId5322"/>
    <p:sldId id="578" r:id="rId5323"/>
    <p:sldId id="579" r:id="rId5324"/>
    <p:sldId id="580" r:id="rId5325"/>
    <p:sldId id="581" r:id="rId5326"/>
    <p:sldId id="582" r:id="rId5327"/>
    <p:sldId id="583" r:id="rId5328"/>
    <p:sldId id="584" r:id="rId5329"/>
    <p:sldId id="585" r:id="rId5330"/>
    <p:sldId id="586" r:id="rId5331"/>
    <p:sldId id="587" r:id="rId5332"/>
    <p:sldId id="588" r:id="rId5333"/>
    <p:sldId id="589" r:id="rId5334"/>
    <p:sldId id="590" r:id="rId5335"/>
    <p:sldId id="591" r:id="rId5336"/>
    <p:sldId id="592" r:id="rId5337"/>
    <p:sldId id="593" r:id="rId5338"/>
    <p:sldId id="594" r:id="rId5339"/>
    <p:sldId id="595" r:id="rId5340"/>
    <p:sldId id="596" r:id="rId5341"/>
    <p:sldId id="597" r:id="rId5342"/>
    <p:sldId id="598" r:id="rId5343"/>
    <p:sldId id="599" r:id="rId5344"/>
    <p:sldId id="600" r:id="rId5345"/>
    <p:sldId id="601" r:id="rId5346"/>
    <p:sldId id="602" r:id="rId5347"/>
    <p:sldId id="603" r:id="rId5348"/>
    <p:sldId id="604" r:id="rId5349"/>
    <p:sldId id="605" r:id="rId5350"/>
    <p:sldId id="606" r:id="rId5351"/>
    <p:sldId id="607" r:id="rId5352"/>
    <p:sldId id="608" r:id="rId5353"/>
    <p:sldId id="609" r:id="rId5354"/>
    <p:sldId id="610" r:id="rId5355"/>
    <p:sldId id="611" r:id="rId5356"/>
    <p:sldId id="612" r:id="rId5357"/>
    <p:sldId id="613" r:id="rId5358"/>
    <p:sldId id="614" r:id="rId5359"/>
    <p:sldId id="615" r:id="rId5360"/>
    <p:sldId id="616" r:id="rId5361"/>
    <p:sldId id="617" r:id="rId5362"/>
    <p:sldId id="618" r:id="rId5363"/>
    <p:sldId id="619" r:id="rId5364"/>
    <p:sldId id="620" r:id="rId5365"/>
    <p:sldId id="621" r:id="rId5366"/>
    <p:sldId id="622" r:id="rId5367"/>
    <p:sldId id="623" r:id="rId5368"/>
    <p:sldId id="624" r:id="rId5369"/>
    <p:sldId id="625" r:id="rId5370"/>
    <p:sldId id="626" r:id="rId5371"/>
    <p:sldId id="627" r:id="rId5372"/>
    <p:sldId id="628" r:id="rId5373"/>
    <p:sldId id="629" r:id="rId5374"/>
    <p:sldId id="630" r:id="rId5375"/>
    <p:sldId id="631" r:id="rId5376"/>
    <p:sldId id="632" r:id="rId5377"/>
    <p:sldId id="633" r:id="rId5378"/>
    <p:sldId id="634" r:id="rId5379"/>
    <p:sldId id="635" r:id="rId5380"/>
    <p:sldId id="636" r:id="rId5381"/>
    <p:sldId id="637" r:id="rId5382"/>
    <p:sldId id="638" r:id="rId5383"/>
    <p:sldId id="639" r:id="rId5384"/>
    <p:sldId id="640" r:id="rId5385"/>
    <p:sldId id="641" r:id="rId5386"/>
    <p:sldId id="642" r:id="rId5387"/>
    <p:sldId id="643" r:id="rId5388"/>
    <p:sldId id="644" r:id="rId5389"/>
    <p:sldId id="645" r:id="rId5390"/>
    <p:sldId id="646" r:id="rId5391"/>
    <p:sldId id="647" r:id="rId5392"/>
    <p:sldId id="648" r:id="rId5393"/>
    <p:sldId id="649" r:id="rId5394"/>
    <p:sldId id="650" r:id="rId5395"/>
    <p:sldId id="651" r:id="rId5396"/>
    <p:sldId id="652" r:id="rId5397"/>
    <p:sldId id="653" r:id="rId5398"/>
    <p:sldId id="654" r:id="rId5399"/>
    <p:sldId id="655" r:id="rId5400"/>
    <p:sldId id="656" r:id="rId5401"/>
    <p:sldId id="657" r:id="rId5402"/>
    <p:sldId id="658" r:id="rId5403"/>
    <p:sldId id="659" r:id="rId5404"/>
    <p:sldId id="660" r:id="rId5405"/>
    <p:sldId id="661" r:id="rId5406"/>
    <p:sldId id="662" r:id="rId5407"/>
    <p:sldId id="663" r:id="rId5408"/>
    <p:sldId id="664" r:id="rId5409"/>
    <p:sldId id="665" r:id="rId5410"/>
    <p:sldId id="666" r:id="rId5411"/>
    <p:sldId id="667" r:id="rId5412"/>
    <p:sldId id="668" r:id="rId5413"/>
    <p:sldId id="669" r:id="rId5414"/>
    <p:sldId id="670" r:id="rId5415"/>
    <p:sldId id="671" r:id="rId5416"/>
    <p:sldId id="672" r:id="rId5417"/>
    <p:sldId id="673" r:id="rId5418"/>
    <p:sldId id="674" r:id="rId5419"/>
    <p:sldId id="675" r:id="rId5420"/>
    <p:sldId id="676" r:id="rId5421"/>
    <p:sldId id="677" r:id="rId5422"/>
    <p:sldId id="678" r:id="rId5423"/>
    <p:sldId id="679" r:id="rId5424"/>
    <p:sldId id="680" r:id="rId5425"/>
    <p:sldId id="681" r:id="rId5426"/>
  </p:sldIdLst>
  <p:sldSz cy="5143500" cx="9144000"/>
  <p:notesSz cx="6858000" cy="9144000"/>
  <p:embeddedFontLst>
    <p:embeddedFont>
      <p:font typeface="Poppi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28" Type="http://schemas.openxmlformats.org/officeDocument/2006/relationships/font" Target="fonts/Poppins-regular.fntdata"/><Relationship Id="rId5" Type="http://schemas.openxmlformats.org/officeDocument/2006/relationships/notesMaster" Target="notesMasters/notesMaster1.xml"/><Relationship Id="rId29" Type="http://schemas.openxmlformats.org/officeDocument/2006/relationships/font" Target="fonts/Poppins-bold.fntdata"/><Relationship Id="rId31" Type="http://schemas.openxmlformats.org/officeDocument/2006/relationships/font" Target="fonts/Poppins-boldItalic.fntdata"/><Relationship Id="rId30" Type="http://schemas.openxmlformats.org/officeDocument/2006/relationships/font" Target="fonts/Poppins-italic.fntdata"/><Relationship Id="rId5001" Type="http://schemas.openxmlformats.org/officeDocument/2006/relationships/slide" Target="slides/slide1.xml"/><Relationship Id="rId5002" Type="http://schemas.openxmlformats.org/officeDocument/2006/relationships/slide" Target="slides/slide2.xml"/><Relationship Id="rId5003" Type="http://schemas.openxmlformats.org/officeDocument/2006/relationships/slide" Target="slides/slide3.xml"/><Relationship Id="rId5004" Type="http://schemas.openxmlformats.org/officeDocument/2006/relationships/slide" Target="slides/slide4.xml"/><Relationship Id="rId5005" Type="http://schemas.openxmlformats.org/officeDocument/2006/relationships/slide" Target="slides/slide5.xml"/><Relationship Id="rId5006" Type="http://schemas.openxmlformats.org/officeDocument/2006/relationships/slide" Target="slides/slide6.xml"/><Relationship Id="rId5007" Type="http://schemas.openxmlformats.org/officeDocument/2006/relationships/slide" Target="slides/slide7.xml"/><Relationship Id="rId5008" Type="http://schemas.openxmlformats.org/officeDocument/2006/relationships/slide" Target="slides/slide8.xml"/><Relationship Id="rId5009" Type="http://schemas.openxmlformats.org/officeDocument/2006/relationships/slide" Target="slides/slide9.xml"/><Relationship Id="rId5010" Type="http://schemas.openxmlformats.org/officeDocument/2006/relationships/slide" Target="slides/slide10.xml"/><Relationship Id="rId5011" Type="http://schemas.openxmlformats.org/officeDocument/2006/relationships/slide" Target="slides/slide11.xml"/><Relationship Id="rId5012" Type="http://schemas.openxmlformats.org/officeDocument/2006/relationships/slide" Target="slides/slide12.xml"/><Relationship Id="rId5013" Type="http://schemas.openxmlformats.org/officeDocument/2006/relationships/slide" Target="slides/slide13.xml"/><Relationship Id="rId5014" Type="http://schemas.openxmlformats.org/officeDocument/2006/relationships/slide" Target="slides/slide14.xml"/><Relationship Id="rId5015" Type="http://schemas.openxmlformats.org/officeDocument/2006/relationships/slide" Target="slides/slide15.xml"/><Relationship Id="rId5016" Type="http://schemas.openxmlformats.org/officeDocument/2006/relationships/slide" Target="slides/slide16.xml"/><Relationship Id="rId5017" Type="http://schemas.openxmlformats.org/officeDocument/2006/relationships/slide" Target="slides/slide17.xml"/><Relationship Id="rId5018" Type="http://schemas.openxmlformats.org/officeDocument/2006/relationships/slide" Target="slides/slide18.xml"/><Relationship Id="rId5019" Type="http://schemas.openxmlformats.org/officeDocument/2006/relationships/slide" Target="slides/slide19.xml"/><Relationship Id="rId5020" Type="http://schemas.openxmlformats.org/officeDocument/2006/relationships/slide" Target="slides/slide20.xml"/><Relationship Id="rId5021" Type="http://schemas.openxmlformats.org/officeDocument/2006/relationships/slide" Target="slides/slide21.xml"/><Relationship Id="rId5022" Type="http://schemas.openxmlformats.org/officeDocument/2006/relationships/slide" Target="slides/slide22.xml"/><Relationship Id="rId5023" Type="http://schemas.openxmlformats.org/officeDocument/2006/relationships/slide" Target="slides/slide23.xml"/><Relationship Id="rId5024" Type="http://schemas.openxmlformats.org/officeDocument/2006/relationships/slide" Target="slides/slide24.xml"/><Relationship Id="rId5025" Type="http://schemas.openxmlformats.org/officeDocument/2006/relationships/slide" Target="slides/slide25.xml"/><Relationship Id="rId5026" Type="http://schemas.openxmlformats.org/officeDocument/2006/relationships/slide" Target="slides/slide26.xml"/><Relationship Id="rId5027" Type="http://schemas.openxmlformats.org/officeDocument/2006/relationships/slide" Target="slides/slide27.xml"/><Relationship Id="rId5028" Type="http://schemas.openxmlformats.org/officeDocument/2006/relationships/slide" Target="slides/slide28.xml"/><Relationship Id="rId5029" Type="http://schemas.openxmlformats.org/officeDocument/2006/relationships/slide" Target="slides/slide29.xml"/><Relationship Id="rId5030" Type="http://schemas.openxmlformats.org/officeDocument/2006/relationships/slide" Target="slides/slide30.xml"/><Relationship Id="rId5031" Type="http://schemas.openxmlformats.org/officeDocument/2006/relationships/slide" Target="slides/slide31.xml"/><Relationship Id="rId5032" Type="http://schemas.openxmlformats.org/officeDocument/2006/relationships/slide" Target="slides/slide32.xml"/><Relationship Id="rId5033" Type="http://schemas.openxmlformats.org/officeDocument/2006/relationships/slide" Target="slides/slide33.xml"/><Relationship Id="rId5034" Type="http://schemas.openxmlformats.org/officeDocument/2006/relationships/slide" Target="slides/slide34.xml"/><Relationship Id="rId5035" Type="http://schemas.openxmlformats.org/officeDocument/2006/relationships/slide" Target="slides/slide35.xml"/><Relationship Id="rId5036" Type="http://schemas.openxmlformats.org/officeDocument/2006/relationships/slide" Target="slides/slide36.xml"/><Relationship Id="rId5037" Type="http://schemas.openxmlformats.org/officeDocument/2006/relationships/slide" Target="slides/slide37.xml"/><Relationship Id="rId5038" Type="http://schemas.openxmlformats.org/officeDocument/2006/relationships/slide" Target="slides/slide38.xml"/><Relationship Id="rId5039" Type="http://schemas.openxmlformats.org/officeDocument/2006/relationships/slide" Target="slides/slide39.xml"/><Relationship Id="rId5040" Type="http://schemas.openxmlformats.org/officeDocument/2006/relationships/slide" Target="slides/slide40.xml"/><Relationship Id="rId5041" Type="http://schemas.openxmlformats.org/officeDocument/2006/relationships/slide" Target="slides/slide41.xml"/><Relationship Id="rId5042" Type="http://schemas.openxmlformats.org/officeDocument/2006/relationships/slide" Target="slides/slide42.xml"/><Relationship Id="rId5043" Type="http://schemas.openxmlformats.org/officeDocument/2006/relationships/slide" Target="slides/slide43.xml"/><Relationship Id="rId5044" Type="http://schemas.openxmlformats.org/officeDocument/2006/relationships/slide" Target="slides/slide44.xml"/><Relationship Id="rId5045" Type="http://schemas.openxmlformats.org/officeDocument/2006/relationships/slide" Target="slides/slide45.xml"/><Relationship Id="rId5046" Type="http://schemas.openxmlformats.org/officeDocument/2006/relationships/slide" Target="slides/slide46.xml"/><Relationship Id="rId5047" Type="http://schemas.openxmlformats.org/officeDocument/2006/relationships/slide" Target="slides/slide47.xml"/><Relationship Id="rId5048" Type="http://schemas.openxmlformats.org/officeDocument/2006/relationships/slide" Target="slides/slide48.xml"/><Relationship Id="rId5049" Type="http://schemas.openxmlformats.org/officeDocument/2006/relationships/slide" Target="slides/slide49.xml"/><Relationship Id="rId5050" Type="http://schemas.openxmlformats.org/officeDocument/2006/relationships/slide" Target="slides/slide50.xml"/><Relationship Id="rId5051" Type="http://schemas.openxmlformats.org/officeDocument/2006/relationships/slide" Target="slides/slide51.xml"/><Relationship Id="rId5052" Type="http://schemas.openxmlformats.org/officeDocument/2006/relationships/slide" Target="slides/slide52.xml"/><Relationship Id="rId5053" Type="http://schemas.openxmlformats.org/officeDocument/2006/relationships/slide" Target="slides/slide53.xml"/><Relationship Id="rId5054" Type="http://schemas.openxmlformats.org/officeDocument/2006/relationships/slide" Target="slides/slide54.xml"/><Relationship Id="rId5055" Type="http://schemas.openxmlformats.org/officeDocument/2006/relationships/slide" Target="slides/slide55.xml"/><Relationship Id="rId5056" Type="http://schemas.openxmlformats.org/officeDocument/2006/relationships/slide" Target="slides/slide56.xml"/><Relationship Id="rId5057" Type="http://schemas.openxmlformats.org/officeDocument/2006/relationships/slide" Target="slides/slide57.xml"/><Relationship Id="rId5058" Type="http://schemas.openxmlformats.org/officeDocument/2006/relationships/slide" Target="slides/slide58.xml"/><Relationship Id="rId5059" Type="http://schemas.openxmlformats.org/officeDocument/2006/relationships/slide" Target="slides/slide59.xml"/><Relationship Id="rId5060" Type="http://schemas.openxmlformats.org/officeDocument/2006/relationships/slide" Target="slides/slide60.xml"/><Relationship Id="rId5061" Type="http://schemas.openxmlformats.org/officeDocument/2006/relationships/slide" Target="slides/slide61.xml"/><Relationship Id="rId5062" Type="http://schemas.openxmlformats.org/officeDocument/2006/relationships/slide" Target="slides/slide62.xml"/><Relationship Id="rId5063" Type="http://schemas.openxmlformats.org/officeDocument/2006/relationships/slide" Target="slides/slide63.xml"/><Relationship Id="rId5064" Type="http://schemas.openxmlformats.org/officeDocument/2006/relationships/slide" Target="slides/slide64.xml"/><Relationship Id="rId5065" Type="http://schemas.openxmlformats.org/officeDocument/2006/relationships/slide" Target="slides/slide65.xml"/><Relationship Id="rId5066" Type="http://schemas.openxmlformats.org/officeDocument/2006/relationships/slide" Target="slides/slide66.xml"/><Relationship Id="rId5067" Type="http://schemas.openxmlformats.org/officeDocument/2006/relationships/slide" Target="slides/slide67.xml"/><Relationship Id="rId5068" Type="http://schemas.openxmlformats.org/officeDocument/2006/relationships/slide" Target="slides/slide68.xml"/><Relationship Id="rId5069" Type="http://schemas.openxmlformats.org/officeDocument/2006/relationships/slide" Target="slides/slide69.xml"/><Relationship Id="rId5070" Type="http://schemas.openxmlformats.org/officeDocument/2006/relationships/slide" Target="slides/slide70.xml"/><Relationship Id="rId5071" Type="http://schemas.openxmlformats.org/officeDocument/2006/relationships/slide" Target="slides/slide71.xml"/><Relationship Id="rId5072" Type="http://schemas.openxmlformats.org/officeDocument/2006/relationships/slide" Target="slides/slide72.xml"/><Relationship Id="rId5073" Type="http://schemas.openxmlformats.org/officeDocument/2006/relationships/slide" Target="slides/slide73.xml"/><Relationship Id="rId5074" Type="http://schemas.openxmlformats.org/officeDocument/2006/relationships/slide" Target="slides/slide74.xml"/><Relationship Id="rId5075" Type="http://schemas.openxmlformats.org/officeDocument/2006/relationships/slide" Target="slides/slide75.xml"/><Relationship Id="rId5076" Type="http://schemas.openxmlformats.org/officeDocument/2006/relationships/slide" Target="slides/slide76.xml"/><Relationship Id="rId5077" Type="http://schemas.openxmlformats.org/officeDocument/2006/relationships/slide" Target="slides/slide77.xml"/><Relationship Id="rId5078" Type="http://schemas.openxmlformats.org/officeDocument/2006/relationships/slide" Target="slides/slide78.xml"/><Relationship Id="rId5079" Type="http://schemas.openxmlformats.org/officeDocument/2006/relationships/slide" Target="slides/slide79.xml"/><Relationship Id="rId5080" Type="http://schemas.openxmlformats.org/officeDocument/2006/relationships/slide" Target="slides/slide80.xml"/><Relationship Id="rId5081" Type="http://schemas.openxmlformats.org/officeDocument/2006/relationships/slide" Target="slides/slide81.xml"/><Relationship Id="rId5082" Type="http://schemas.openxmlformats.org/officeDocument/2006/relationships/slide" Target="slides/slide82.xml"/><Relationship Id="rId5083" Type="http://schemas.openxmlformats.org/officeDocument/2006/relationships/slide" Target="slides/slide83.xml"/><Relationship Id="rId5084" Type="http://schemas.openxmlformats.org/officeDocument/2006/relationships/slide" Target="slides/slide84.xml"/><Relationship Id="rId5085" Type="http://schemas.openxmlformats.org/officeDocument/2006/relationships/slide" Target="slides/slide85.xml"/><Relationship Id="rId5086" Type="http://schemas.openxmlformats.org/officeDocument/2006/relationships/slide" Target="slides/slide86.xml"/><Relationship Id="rId5087" Type="http://schemas.openxmlformats.org/officeDocument/2006/relationships/slide" Target="slides/slide87.xml"/><Relationship Id="rId5088" Type="http://schemas.openxmlformats.org/officeDocument/2006/relationships/slide" Target="slides/slide88.xml"/><Relationship Id="rId5089" Type="http://schemas.openxmlformats.org/officeDocument/2006/relationships/slide" Target="slides/slide89.xml"/><Relationship Id="rId5090" Type="http://schemas.openxmlformats.org/officeDocument/2006/relationships/slide" Target="slides/slide90.xml"/><Relationship Id="rId5091" Type="http://schemas.openxmlformats.org/officeDocument/2006/relationships/slide" Target="slides/slide91.xml"/><Relationship Id="rId5092" Type="http://schemas.openxmlformats.org/officeDocument/2006/relationships/slide" Target="slides/slide92.xml"/><Relationship Id="rId5093" Type="http://schemas.openxmlformats.org/officeDocument/2006/relationships/slide" Target="slides/slide93.xml"/><Relationship Id="rId5094" Type="http://schemas.openxmlformats.org/officeDocument/2006/relationships/slide" Target="slides/slide94.xml"/><Relationship Id="rId5095" Type="http://schemas.openxmlformats.org/officeDocument/2006/relationships/slide" Target="slides/slide95.xml"/><Relationship Id="rId5096" Type="http://schemas.openxmlformats.org/officeDocument/2006/relationships/slide" Target="slides/slide96.xml"/><Relationship Id="rId5097" Type="http://schemas.openxmlformats.org/officeDocument/2006/relationships/slide" Target="slides/slide97.xml"/><Relationship Id="rId5098" Type="http://schemas.openxmlformats.org/officeDocument/2006/relationships/slide" Target="slides/slide98.xml"/><Relationship Id="rId5099" Type="http://schemas.openxmlformats.org/officeDocument/2006/relationships/slide" Target="slides/slide99.xml"/><Relationship Id="rId5100" Type="http://schemas.openxmlformats.org/officeDocument/2006/relationships/slide" Target="slides/slide100.xml"/><Relationship Id="rId5101" Type="http://schemas.openxmlformats.org/officeDocument/2006/relationships/slide" Target="slides/slide101.xml"/><Relationship Id="rId5102" Type="http://schemas.openxmlformats.org/officeDocument/2006/relationships/slide" Target="slides/slide102.xml"/><Relationship Id="rId5103" Type="http://schemas.openxmlformats.org/officeDocument/2006/relationships/slide" Target="slides/slide103.xml"/><Relationship Id="rId5104" Type="http://schemas.openxmlformats.org/officeDocument/2006/relationships/slide" Target="slides/slide104.xml"/><Relationship Id="rId5105" Type="http://schemas.openxmlformats.org/officeDocument/2006/relationships/slide" Target="slides/slide105.xml"/><Relationship Id="rId5106" Type="http://schemas.openxmlformats.org/officeDocument/2006/relationships/slide" Target="slides/slide106.xml"/><Relationship Id="rId5107" Type="http://schemas.openxmlformats.org/officeDocument/2006/relationships/slide" Target="slides/slide107.xml"/><Relationship Id="rId5108" Type="http://schemas.openxmlformats.org/officeDocument/2006/relationships/slide" Target="slides/slide108.xml"/><Relationship Id="rId5109" Type="http://schemas.openxmlformats.org/officeDocument/2006/relationships/slide" Target="slides/slide109.xml"/><Relationship Id="rId5110" Type="http://schemas.openxmlformats.org/officeDocument/2006/relationships/slide" Target="slides/slide110.xml"/><Relationship Id="rId5111" Type="http://schemas.openxmlformats.org/officeDocument/2006/relationships/slide" Target="slides/slide111.xml"/><Relationship Id="rId5112" Type="http://schemas.openxmlformats.org/officeDocument/2006/relationships/slide" Target="slides/slide112.xml"/><Relationship Id="rId5113" Type="http://schemas.openxmlformats.org/officeDocument/2006/relationships/slide" Target="slides/slide113.xml"/><Relationship Id="rId5114" Type="http://schemas.openxmlformats.org/officeDocument/2006/relationships/slide" Target="slides/slide114.xml"/><Relationship Id="rId5115" Type="http://schemas.openxmlformats.org/officeDocument/2006/relationships/slide" Target="slides/slide115.xml"/><Relationship Id="rId5116" Type="http://schemas.openxmlformats.org/officeDocument/2006/relationships/slide" Target="slides/slide116.xml"/><Relationship Id="rId5117" Type="http://schemas.openxmlformats.org/officeDocument/2006/relationships/slide" Target="slides/slide117.xml"/><Relationship Id="rId5118" Type="http://schemas.openxmlformats.org/officeDocument/2006/relationships/slide" Target="slides/slide118.xml"/><Relationship Id="rId5119" Type="http://schemas.openxmlformats.org/officeDocument/2006/relationships/slide" Target="slides/slide119.xml"/><Relationship Id="rId5120" Type="http://schemas.openxmlformats.org/officeDocument/2006/relationships/slide" Target="slides/slide120.xml"/><Relationship Id="rId5121" Type="http://schemas.openxmlformats.org/officeDocument/2006/relationships/slide" Target="slides/slide121.xml"/><Relationship Id="rId5122" Type="http://schemas.openxmlformats.org/officeDocument/2006/relationships/slide" Target="slides/slide122.xml"/><Relationship Id="rId5123" Type="http://schemas.openxmlformats.org/officeDocument/2006/relationships/slide" Target="slides/slide123.xml"/><Relationship Id="rId5124" Type="http://schemas.openxmlformats.org/officeDocument/2006/relationships/slide" Target="slides/slide124.xml"/><Relationship Id="rId5125" Type="http://schemas.openxmlformats.org/officeDocument/2006/relationships/slide" Target="slides/slide125.xml"/><Relationship Id="rId5126" Type="http://schemas.openxmlformats.org/officeDocument/2006/relationships/slide" Target="slides/slide126.xml"/><Relationship Id="rId5127" Type="http://schemas.openxmlformats.org/officeDocument/2006/relationships/slide" Target="slides/slide127.xml"/><Relationship Id="rId5128" Type="http://schemas.openxmlformats.org/officeDocument/2006/relationships/slide" Target="slides/slide128.xml"/><Relationship Id="rId5129" Type="http://schemas.openxmlformats.org/officeDocument/2006/relationships/slide" Target="slides/slide129.xml"/><Relationship Id="rId5130" Type="http://schemas.openxmlformats.org/officeDocument/2006/relationships/slide" Target="slides/slide130.xml"/><Relationship Id="rId5131" Type="http://schemas.openxmlformats.org/officeDocument/2006/relationships/slide" Target="slides/slide131.xml"/><Relationship Id="rId5132" Type="http://schemas.openxmlformats.org/officeDocument/2006/relationships/slide" Target="slides/slide132.xml"/><Relationship Id="rId5133" Type="http://schemas.openxmlformats.org/officeDocument/2006/relationships/slide" Target="slides/slide133.xml"/><Relationship Id="rId5134" Type="http://schemas.openxmlformats.org/officeDocument/2006/relationships/slide" Target="slides/slide134.xml"/><Relationship Id="rId5135" Type="http://schemas.openxmlformats.org/officeDocument/2006/relationships/slide" Target="slides/slide135.xml"/><Relationship Id="rId5136" Type="http://schemas.openxmlformats.org/officeDocument/2006/relationships/slide" Target="slides/slide136.xml"/><Relationship Id="rId5137" Type="http://schemas.openxmlformats.org/officeDocument/2006/relationships/slide" Target="slides/slide137.xml"/><Relationship Id="rId5138" Type="http://schemas.openxmlformats.org/officeDocument/2006/relationships/slide" Target="slides/slide138.xml"/><Relationship Id="rId5139" Type="http://schemas.openxmlformats.org/officeDocument/2006/relationships/slide" Target="slides/slide139.xml"/><Relationship Id="rId5140" Type="http://schemas.openxmlformats.org/officeDocument/2006/relationships/slide" Target="slides/slide140.xml"/><Relationship Id="rId5141" Type="http://schemas.openxmlformats.org/officeDocument/2006/relationships/slide" Target="slides/slide141.xml"/><Relationship Id="rId5142" Type="http://schemas.openxmlformats.org/officeDocument/2006/relationships/slide" Target="slides/slide142.xml"/><Relationship Id="rId5143" Type="http://schemas.openxmlformats.org/officeDocument/2006/relationships/slide" Target="slides/slide143.xml"/><Relationship Id="rId5144" Type="http://schemas.openxmlformats.org/officeDocument/2006/relationships/slide" Target="slides/slide144.xml"/><Relationship Id="rId5145" Type="http://schemas.openxmlformats.org/officeDocument/2006/relationships/slide" Target="slides/slide145.xml"/><Relationship Id="rId5146" Type="http://schemas.openxmlformats.org/officeDocument/2006/relationships/slide" Target="slides/slide146.xml"/><Relationship Id="rId5147" Type="http://schemas.openxmlformats.org/officeDocument/2006/relationships/slide" Target="slides/slide147.xml"/><Relationship Id="rId5148" Type="http://schemas.openxmlformats.org/officeDocument/2006/relationships/slide" Target="slides/slide148.xml"/><Relationship Id="rId5149" Type="http://schemas.openxmlformats.org/officeDocument/2006/relationships/slide" Target="slides/slide149.xml"/><Relationship Id="rId5150" Type="http://schemas.openxmlformats.org/officeDocument/2006/relationships/slide" Target="slides/slide150.xml"/><Relationship Id="rId5151" Type="http://schemas.openxmlformats.org/officeDocument/2006/relationships/slide" Target="slides/slide151.xml"/><Relationship Id="rId5152" Type="http://schemas.openxmlformats.org/officeDocument/2006/relationships/slide" Target="slides/slide152.xml"/><Relationship Id="rId5153" Type="http://schemas.openxmlformats.org/officeDocument/2006/relationships/slide" Target="slides/slide153.xml"/><Relationship Id="rId5154" Type="http://schemas.openxmlformats.org/officeDocument/2006/relationships/slide" Target="slides/slide154.xml"/><Relationship Id="rId5155" Type="http://schemas.openxmlformats.org/officeDocument/2006/relationships/slide" Target="slides/slide155.xml"/><Relationship Id="rId5156" Type="http://schemas.openxmlformats.org/officeDocument/2006/relationships/slide" Target="slides/slide156.xml"/><Relationship Id="rId5157" Type="http://schemas.openxmlformats.org/officeDocument/2006/relationships/slide" Target="slides/slide157.xml"/><Relationship Id="rId5158" Type="http://schemas.openxmlformats.org/officeDocument/2006/relationships/slide" Target="slides/slide158.xml"/><Relationship Id="rId5159" Type="http://schemas.openxmlformats.org/officeDocument/2006/relationships/slide" Target="slides/slide159.xml"/><Relationship Id="rId5160" Type="http://schemas.openxmlformats.org/officeDocument/2006/relationships/slide" Target="slides/slide160.xml"/><Relationship Id="rId5161" Type="http://schemas.openxmlformats.org/officeDocument/2006/relationships/slide" Target="slides/slide161.xml"/><Relationship Id="rId5162" Type="http://schemas.openxmlformats.org/officeDocument/2006/relationships/slide" Target="slides/slide162.xml"/><Relationship Id="rId5163" Type="http://schemas.openxmlformats.org/officeDocument/2006/relationships/slide" Target="slides/slide163.xml"/><Relationship Id="rId5164" Type="http://schemas.openxmlformats.org/officeDocument/2006/relationships/slide" Target="slides/slide164.xml"/><Relationship Id="rId5165" Type="http://schemas.openxmlformats.org/officeDocument/2006/relationships/slide" Target="slides/slide165.xml"/><Relationship Id="rId5166" Type="http://schemas.openxmlformats.org/officeDocument/2006/relationships/slide" Target="slides/slide166.xml"/><Relationship Id="rId5167" Type="http://schemas.openxmlformats.org/officeDocument/2006/relationships/slide" Target="slides/slide167.xml"/><Relationship Id="rId5168" Type="http://schemas.openxmlformats.org/officeDocument/2006/relationships/slide" Target="slides/slide168.xml"/><Relationship Id="rId5169" Type="http://schemas.openxmlformats.org/officeDocument/2006/relationships/slide" Target="slides/slide169.xml"/><Relationship Id="rId5170" Type="http://schemas.openxmlformats.org/officeDocument/2006/relationships/slide" Target="slides/slide170.xml"/><Relationship Id="rId5171" Type="http://schemas.openxmlformats.org/officeDocument/2006/relationships/slide" Target="slides/slide171.xml"/><Relationship Id="rId5172" Type="http://schemas.openxmlformats.org/officeDocument/2006/relationships/slide" Target="slides/slide172.xml"/><Relationship Id="rId5173" Type="http://schemas.openxmlformats.org/officeDocument/2006/relationships/slide" Target="slides/slide173.xml"/><Relationship Id="rId5174" Type="http://schemas.openxmlformats.org/officeDocument/2006/relationships/slide" Target="slides/slide174.xml"/><Relationship Id="rId5175" Type="http://schemas.openxmlformats.org/officeDocument/2006/relationships/slide" Target="slides/slide175.xml"/><Relationship Id="rId5176" Type="http://schemas.openxmlformats.org/officeDocument/2006/relationships/slide" Target="slides/slide176.xml"/><Relationship Id="rId5177" Type="http://schemas.openxmlformats.org/officeDocument/2006/relationships/slide" Target="slides/slide177.xml"/><Relationship Id="rId5178" Type="http://schemas.openxmlformats.org/officeDocument/2006/relationships/slide" Target="slides/slide178.xml"/><Relationship Id="rId5179" Type="http://schemas.openxmlformats.org/officeDocument/2006/relationships/slide" Target="slides/slide179.xml"/><Relationship Id="rId5180" Type="http://schemas.openxmlformats.org/officeDocument/2006/relationships/slide" Target="slides/slide180.xml"/><Relationship Id="rId5181" Type="http://schemas.openxmlformats.org/officeDocument/2006/relationships/slide" Target="slides/slide181.xml"/><Relationship Id="rId5182" Type="http://schemas.openxmlformats.org/officeDocument/2006/relationships/slide" Target="slides/slide182.xml"/><Relationship Id="rId5183" Type="http://schemas.openxmlformats.org/officeDocument/2006/relationships/slide" Target="slides/slide183.xml"/><Relationship Id="rId5184" Type="http://schemas.openxmlformats.org/officeDocument/2006/relationships/slide" Target="slides/slide184.xml"/><Relationship Id="rId5185" Type="http://schemas.openxmlformats.org/officeDocument/2006/relationships/slide" Target="slides/slide185.xml"/><Relationship Id="rId5186" Type="http://schemas.openxmlformats.org/officeDocument/2006/relationships/slide" Target="slides/slide186.xml"/><Relationship Id="rId5187" Type="http://schemas.openxmlformats.org/officeDocument/2006/relationships/slide" Target="slides/slide187.xml"/><Relationship Id="rId5188" Type="http://schemas.openxmlformats.org/officeDocument/2006/relationships/slide" Target="slides/slide188.xml"/><Relationship Id="rId5189" Type="http://schemas.openxmlformats.org/officeDocument/2006/relationships/slide" Target="slides/slide189.xml"/><Relationship Id="rId5190" Type="http://schemas.openxmlformats.org/officeDocument/2006/relationships/slide" Target="slides/slide190.xml"/><Relationship Id="rId5191" Type="http://schemas.openxmlformats.org/officeDocument/2006/relationships/slide" Target="slides/slide191.xml"/><Relationship Id="rId5192" Type="http://schemas.openxmlformats.org/officeDocument/2006/relationships/slide" Target="slides/slide192.xml"/><Relationship Id="rId5193" Type="http://schemas.openxmlformats.org/officeDocument/2006/relationships/slide" Target="slides/slide193.xml"/><Relationship Id="rId5194" Type="http://schemas.openxmlformats.org/officeDocument/2006/relationships/slide" Target="slides/slide194.xml"/><Relationship Id="rId5195" Type="http://schemas.openxmlformats.org/officeDocument/2006/relationships/slide" Target="slides/slide195.xml"/><Relationship Id="rId5196" Type="http://schemas.openxmlformats.org/officeDocument/2006/relationships/slide" Target="slides/slide196.xml"/><Relationship Id="rId5197" Type="http://schemas.openxmlformats.org/officeDocument/2006/relationships/slide" Target="slides/slide197.xml"/><Relationship Id="rId5198" Type="http://schemas.openxmlformats.org/officeDocument/2006/relationships/slide" Target="slides/slide198.xml"/><Relationship Id="rId5199" Type="http://schemas.openxmlformats.org/officeDocument/2006/relationships/slide" Target="slides/slide199.xml"/><Relationship Id="rId5200" Type="http://schemas.openxmlformats.org/officeDocument/2006/relationships/slide" Target="slides/slide200.xml"/><Relationship Id="rId5201" Type="http://schemas.openxmlformats.org/officeDocument/2006/relationships/slide" Target="slides/slide201.xml"/><Relationship Id="rId5202" Type="http://schemas.openxmlformats.org/officeDocument/2006/relationships/slide" Target="slides/slide202.xml"/><Relationship Id="rId5203" Type="http://schemas.openxmlformats.org/officeDocument/2006/relationships/slide" Target="slides/slide203.xml"/><Relationship Id="rId5204" Type="http://schemas.openxmlformats.org/officeDocument/2006/relationships/slide" Target="slides/slide204.xml"/><Relationship Id="rId5205" Type="http://schemas.openxmlformats.org/officeDocument/2006/relationships/slide" Target="slides/slide205.xml"/><Relationship Id="rId5206" Type="http://schemas.openxmlformats.org/officeDocument/2006/relationships/slide" Target="slides/slide206.xml"/><Relationship Id="rId5207" Type="http://schemas.openxmlformats.org/officeDocument/2006/relationships/slide" Target="slides/slide207.xml"/><Relationship Id="rId5208" Type="http://schemas.openxmlformats.org/officeDocument/2006/relationships/slide" Target="slides/slide208.xml"/><Relationship Id="rId5209" Type="http://schemas.openxmlformats.org/officeDocument/2006/relationships/slide" Target="slides/slide209.xml"/><Relationship Id="rId5210" Type="http://schemas.openxmlformats.org/officeDocument/2006/relationships/slide" Target="slides/slide210.xml"/><Relationship Id="rId5211" Type="http://schemas.openxmlformats.org/officeDocument/2006/relationships/slide" Target="slides/slide211.xml"/><Relationship Id="rId5212" Type="http://schemas.openxmlformats.org/officeDocument/2006/relationships/slide" Target="slides/slide212.xml"/><Relationship Id="rId5213" Type="http://schemas.openxmlformats.org/officeDocument/2006/relationships/slide" Target="slides/slide213.xml"/><Relationship Id="rId5214" Type="http://schemas.openxmlformats.org/officeDocument/2006/relationships/slide" Target="slides/slide214.xml"/><Relationship Id="rId5215" Type="http://schemas.openxmlformats.org/officeDocument/2006/relationships/slide" Target="slides/slide215.xml"/><Relationship Id="rId5216" Type="http://schemas.openxmlformats.org/officeDocument/2006/relationships/slide" Target="slides/slide216.xml"/><Relationship Id="rId5217" Type="http://schemas.openxmlformats.org/officeDocument/2006/relationships/slide" Target="slides/slide217.xml"/><Relationship Id="rId5218" Type="http://schemas.openxmlformats.org/officeDocument/2006/relationships/slide" Target="slides/slide218.xml"/><Relationship Id="rId5219" Type="http://schemas.openxmlformats.org/officeDocument/2006/relationships/slide" Target="slides/slide219.xml"/><Relationship Id="rId5220" Type="http://schemas.openxmlformats.org/officeDocument/2006/relationships/slide" Target="slides/slide220.xml"/><Relationship Id="rId5221" Type="http://schemas.openxmlformats.org/officeDocument/2006/relationships/slide" Target="slides/slide221.xml"/><Relationship Id="rId5222" Type="http://schemas.openxmlformats.org/officeDocument/2006/relationships/slide" Target="slides/slide222.xml"/><Relationship Id="rId5223" Type="http://schemas.openxmlformats.org/officeDocument/2006/relationships/slide" Target="slides/slide223.xml"/><Relationship Id="rId5224" Type="http://schemas.openxmlformats.org/officeDocument/2006/relationships/slide" Target="slides/slide224.xml"/><Relationship Id="rId5225" Type="http://schemas.openxmlformats.org/officeDocument/2006/relationships/slide" Target="slides/slide225.xml"/><Relationship Id="rId5226" Type="http://schemas.openxmlformats.org/officeDocument/2006/relationships/slide" Target="slides/slide226.xml"/><Relationship Id="rId5227" Type="http://schemas.openxmlformats.org/officeDocument/2006/relationships/slide" Target="slides/slide227.xml"/><Relationship Id="rId5228" Type="http://schemas.openxmlformats.org/officeDocument/2006/relationships/slide" Target="slides/slide228.xml"/><Relationship Id="rId5229" Type="http://schemas.openxmlformats.org/officeDocument/2006/relationships/slide" Target="slides/slide229.xml"/><Relationship Id="rId5230" Type="http://schemas.openxmlformats.org/officeDocument/2006/relationships/slide" Target="slides/slide230.xml"/><Relationship Id="rId5231" Type="http://schemas.openxmlformats.org/officeDocument/2006/relationships/slide" Target="slides/slide231.xml"/><Relationship Id="rId5232" Type="http://schemas.openxmlformats.org/officeDocument/2006/relationships/slide" Target="slides/slide232.xml"/><Relationship Id="rId5233" Type="http://schemas.openxmlformats.org/officeDocument/2006/relationships/slide" Target="slides/slide233.xml"/><Relationship Id="rId5234" Type="http://schemas.openxmlformats.org/officeDocument/2006/relationships/slide" Target="slides/slide234.xml"/><Relationship Id="rId5235" Type="http://schemas.openxmlformats.org/officeDocument/2006/relationships/slide" Target="slides/slide235.xml"/><Relationship Id="rId5236" Type="http://schemas.openxmlformats.org/officeDocument/2006/relationships/slide" Target="slides/slide236.xml"/><Relationship Id="rId5237" Type="http://schemas.openxmlformats.org/officeDocument/2006/relationships/slide" Target="slides/slide237.xml"/><Relationship Id="rId5238" Type="http://schemas.openxmlformats.org/officeDocument/2006/relationships/slide" Target="slides/slide238.xml"/><Relationship Id="rId5239" Type="http://schemas.openxmlformats.org/officeDocument/2006/relationships/slide" Target="slides/slide239.xml"/><Relationship Id="rId5240" Type="http://schemas.openxmlformats.org/officeDocument/2006/relationships/slide" Target="slides/slide240.xml"/><Relationship Id="rId5241" Type="http://schemas.openxmlformats.org/officeDocument/2006/relationships/slide" Target="slides/slide241.xml"/><Relationship Id="rId5242" Type="http://schemas.openxmlformats.org/officeDocument/2006/relationships/slide" Target="slides/slide242.xml"/><Relationship Id="rId5243" Type="http://schemas.openxmlformats.org/officeDocument/2006/relationships/slide" Target="slides/slide243.xml"/><Relationship Id="rId5244" Type="http://schemas.openxmlformats.org/officeDocument/2006/relationships/slide" Target="slides/slide244.xml"/><Relationship Id="rId5245" Type="http://schemas.openxmlformats.org/officeDocument/2006/relationships/slide" Target="slides/slide245.xml"/><Relationship Id="rId5246" Type="http://schemas.openxmlformats.org/officeDocument/2006/relationships/slide" Target="slides/slide246.xml"/><Relationship Id="rId5247" Type="http://schemas.openxmlformats.org/officeDocument/2006/relationships/slide" Target="slides/slide247.xml"/><Relationship Id="rId5248" Type="http://schemas.openxmlformats.org/officeDocument/2006/relationships/slide" Target="slides/slide248.xml"/><Relationship Id="rId5249" Type="http://schemas.openxmlformats.org/officeDocument/2006/relationships/slide" Target="slides/slide249.xml"/><Relationship Id="rId5250" Type="http://schemas.openxmlformats.org/officeDocument/2006/relationships/slide" Target="slides/slide250.xml"/><Relationship Id="rId5251" Type="http://schemas.openxmlformats.org/officeDocument/2006/relationships/slide" Target="slides/slide251.xml"/><Relationship Id="rId5252" Type="http://schemas.openxmlformats.org/officeDocument/2006/relationships/slide" Target="slides/slide252.xml"/><Relationship Id="rId5253" Type="http://schemas.openxmlformats.org/officeDocument/2006/relationships/slide" Target="slides/slide253.xml"/><Relationship Id="rId5254" Type="http://schemas.openxmlformats.org/officeDocument/2006/relationships/slide" Target="slides/slide254.xml"/><Relationship Id="rId5255" Type="http://schemas.openxmlformats.org/officeDocument/2006/relationships/slide" Target="slides/slide255.xml"/><Relationship Id="rId5256" Type="http://schemas.openxmlformats.org/officeDocument/2006/relationships/slide" Target="slides/slide256.xml"/><Relationship Id="rId5257" Type="http://schemas.openxmlformats.org/officeDocument/2006/relationships/slide" Target="slides/slide257.xml"/><Relationship Id="rId5258" Type="http://schemas.openxmlformats.org/officeDocument/2006/relationships/slide" Target="slides/slide258.xml"/><Relationship Id="rId5259" Type="http://schemas.openxmlformats.org/officeDocument/2006/relationships/slide" Target="slides/slide259.xml"/><Relationship Id="rId5260" Type="http://schemas.openxmlformats.org/officeDocument/2006/relationships/slide" Target="slides/slide260.xml"/><Relationship Id="rId5261" Type="http://schemas.openxmlformats.org/officeDocument/2006/relationships/slide" Target="slides/slide261.xml"/><Relationship Id="rId5262" Type="http://schemas.openxmlformats.org/officeDocument/2006/relationships/slide" Target="slides/slide262.xml"/><Relationship Id="rId5263" Type="http://schemas.openxmlformats.org/officeDocument/2006/relationships/slide" Target="slides/slide263.xml"/><Relationship Id="rId5264" Type="http://schemas.openxmlformats.org/officeDocument/2006/relationships/slide" Target="slides/slide264.xml"/><Relationship Id="rId5265" Type="http://schemas.openxmlformats.org/officeDocument/2006/relationships/slide" Target="slides/slide265.xml"/><Relationship Id="rId5266" Type="http://schemas.openxmlformats.org/officeDocument/2006/relationships/slide" Target="slides/slide266.xml"/><Relationship Id="rId5267" Type="http://schemas.openxmlformats.org/officeDocument/2006/relationships/slide" Target="slides/slide267.xml"/><Relationship Id="rId5268" Type="http://schemas.openxmlformats.org/officeDocument/2006/relationships/slide" Target="slides/slide268.xml"/><Relationship Id="rId5269" Type="http://schemas.openxmlformats.org/officeDocument/2006/relationships/slide" Target="slides/slide269.xml"/><Relationship Id="rId5270" Type="http://schemas.openxmlformats.org/officeDocument/2006/relationships/slide" Target="slides/slide270.xml"/><Relationship Id="rId5271" Type="http://schemas.openxmlformats.org/officeDocument/2006/relationships/slide" Target="slides/slide271.xml"/><Relationship Id="rId5272" Type="http://schemas.openxmlformats.org/officeDocument/2006/relationships/slide" Target="slides/slide272.xml"/><Relationship Id="rId5273" Type="http://schemas.openxmlformats.org/officeDocument/2006/relationships/slide" Target="slides/slide273.xml"/><Relationship Id="rId5274" Type="http://schemas.openxmlformats.org/officeDocument/2006/relationships/slide" Target="slides/slide274.xml"/><Relationship Id="rId5275" Type="http://schemas.openxmlformats.org/officeDocument/2006/relationships/slide" Target="slides/slide275.xml"/><Relationship Id="rId5276" Type="http://schemas.openxmlformats.org/officeDocument/2006/relationships/slide" Target="slides/slide276.xml"/><Relationship Id="rId5277" Type="http://schemas.openxmlformats.org/officeDocument/2006/relationships/slide" Target="slides/slide277.xml"/><Relationship Id="rId5278" Type="http://schemas.openxmlformats.org/officeDocument/2006/relationships/slide" Target="slides/slide278.xml"/><Relationship Id="rId5279" Type="http://schemas.openxmlformats.org/officeDocument/2006/relationships/slide" Target="slides/slide279.xml"/><Relationship Id="rId5280" Type="http://schemas.openxmlformats.org/officeDocument/2006/relationships/slide" Target="slides/slide280.xml"/><Relationship Id="rId5281" Type="http://schemas.openxmlformats.org/officeDocument/2006/relationships/slide" Target="slides/slide281.xml"/><Relationship Id="rId5282" Type="http://schemas.openxmlformats.org/officeDocument/2006/relationships/slide" Target="slides/slide282.xml"/><Relationship Id="rId5283" Type="http://schemas.openxmlformats.org/officeDocument/2006/relationships/slide" Target="slides/slide283.xml"/><Relationship Id="rId5284" Type="http://schemas.openxmlformats.org/officeDocument/2006/relationships/slide" Target="slides/slide284.xml"/><Relationship Id="rId5285" Type="http://schemas.openxmlformats.org/officeDocument/2006/relationships/slide" Target="slides/slide285.xml"/><Relationship Id="rId5286" Type="http://schemas.openxmlformats.org/officeDocument/2006/relationships/slide" Target="slides/slide286.xml"/><Relationship Id="rId5287" Type="http://schemas.openxmlformats.org/officeDocument/2006/relationships/slide" Target="slides/slide287.xml"/><Relationship Id="rId5288" Type="http://schemas.openxmlformats.org/officeDocument/2006/relationships/slide" Target="slides/slide288.xml"/><Relationship Id="rId5289" Type="http://schemas.openxmlformats.org/officeDocument/2006/relationships/slide" Target="slides/slide289.xml"/><Relationship Id="rId5290" Type="http://schemas.openxmlformats.org/officeDocument/2006/relationships/slide" Target="slides/slide290.xml"/><Relationship Id="rId5291" Type="http://schemas.openxmlformats.org/officeDocument/2006/relationships/slide" Target="slides/slide291.xml"/><Relationship Id="rId5292" Type="http://schemas.openxmlformats.org/officeDocument/2006/relationships/slide" Target="slides/slide292.xml"/><Relationship Id="rId5293" Type="http://schemas.openxmlformats.org/officeDocument/2006/relationships/slide" Target="slides/slide293.xml"/><Relationship Id="rId5294" Type="http://schemas.openxmlformats.org/officeDocument/2006/relationships/slide" Target="slides/slide294.xml"/><Relationship Id="rId5295" Type="http://schemas.openxmlformats.org/officeDocument/2006/relationships/slide" Target="slides/slide295.xml"/><Relationship Id="rId5296" Type="http://schemas.openxmlformats.org/officeDocument/2006/relationships/slide" Target="slides/slide296.xml"/><Relationship Id="rId5297" Type="http://schemas.openxmlformats.org/officeDocument/2006/relationships/slide" Target="slides/slide297.xml"/><Relationship Id="rId5298" Type="http://schemas.openxmlformats.org/officeDocument/2006/relationships/slide" Target="slides/slide298.xml"/><Relationship Id="rId5299" Type="http://schemas.openxmlformats.org/officeDocument/2006/relationships/slide" Target="slides/slide299.xml"/><Relationship Id="rId5300" Type="http://schemas.openxmlformats.org/officeDocument/2006/relationships/slide" Target="slides/slide300.xml"/><Relationship Id="rId5301" Type="http://schemas.openxmlformats.org/officeDocument/2006/relationships/slide" Target="slides/slide301.xml"/><Relationship Id="rId5302" Type="http://schemas.openxmlformats.org/officeDocument/2006/relationships/slide" Target="slides/slide302.xml"/><Relationship Id="rId5303" Type="http://schemas.openxmlformats.org/officeDocument/2006/relationships/slide" Target="slides/slide303.xml"/><Relationship Id="rId5304" Type="http://schemas.openxmlformats.org/officeDocument/2006/relationships/slide" Target="slides/slide304.xml"/><Relationship Id="rId5305" Type="http://schemas.openxmlformats.org/officeDocument/2006/relationships/slide" Target="slides/slide305.xml"/><Relationship Id="rId5306" Type="http://schemas.openxmlformats.org/officeDocument/2006/relationships/slide" Target="slides/slide306.xml"/><Relationship Id="rId5307" Type="http://schemas.openxmlformats.org/officeDocument/2006/relationships/slide" Target="slides/slide307.xml"/><Relationship Id="rId5308" Type="http://schemas.openxmlformats.org/officeDocument/2006/relationships/slide" Target="slides/slide308.xml"/><Relationship Id="rId5309" Type="http://schemas.openxmlformats.org/officeDocument/2006/relationships/slide" Target="slides/slide309.xml"/><Relationship Id="rId5310" Type="http://schemas.openxmlformats.org/officeDocument/2006/relationships/slide" Target="slides/slide310.xml"/><Relationship Id="rId5311" Type="http://schemas.openxmlformats.org/officeDocument/2006/relationships/slide" Target="slides/slide311.xml"/><Relationship Id="rId5312" Type="http://schemas.openxmlformats.org/officeDocument/2006/relationships/slide" Target="slides/slide312.xml"/><Relationship Id="rId5313" Type="http://schemas.openxmlformats.org/officeDocument/2006/relationships/slide" Target="slides/slide313.xml"/><Relationship Id="rId5314" Type="http://schemas.openxmlformats.org/officeDocument/2006/relationships/slide" Target="slides/slide314.xml"/><Relationship Id="rId5315" Type="http://schemas.openxmlformats.org/officeDocument/2006/relationships/slide" Target="slides/slide315.xml"/><Relationship Id="rId5316" Type="http://schemas.openxmlformats.org/officeDocument/2006/relationships/slide" Target="slides/slide316.xml"/><Relationship Id="rId5317" Type="http://schemas.openxmlformats.org/officeDocument/2006/relationships/slide" Target="slides/slide317.xml"/><Relationship Id="rId5318" Type="http://schemas.openxmlformats.org/officeDocument/2006/relationships/slide" Target="slides/slide318.xml"/><Relationship Id="rId5319" Type="http://schemas.openxmlformats.org/officeDocument/2006/relationships/slide" Target="slides/slide319.xml"/><Relationship Id="rId5320" Type="http://schemas.openxmlformats.org/officeDocument/2006/relationships/slide" Target="slides/slide320.xml"/><Relationship Id="rId5321" Type="http://schemas.openxmlformats.org/officeDocument/2006/relationships/slide" Target="slides/slide321.xml"/><Relationship Id="rId5322" Type="http://schemas.openxmlformats.org/officeDocument/2006/relationships/slide" Target="slides/slide322.xml"/><Relationship Id="rId5323" Type="http://schemas.openxmlformats.org/officeDocument/2006/relationships/slide" Target="slides/slide323.xml"/><Relationship Id="rId5324" Type="http://schemas.openxmlformats.org/officeDocument/2006/relationships/slide" Target="slides/slide324.xml"/><Relationship Id="rId5325" Type="http://schemas.openxmlformats.org/officeDocument/2006/relationships/slide" Target="slides/slide325.xml"/><Relationship Id="rId5326" Type="http://schemas.openxmlformats.org/officeDocument/2006/relationships/slide" Target="slides/slide326.xml"/><Relationship Id="rId5327" Type="http://schemas.openxmlformats.org/officeDocument/2006/relationships/slide" Target="slides/slide327.xml"/><Relationship Id="rId5328" Type="http://schemas.openxmlformats.org/officeDocument/2006/relationships/slide" Target="slides/slide328.xml"/><Relationship Id="rId5329" Type="http://schemas.openxmlformats.org/officeDocument/2006/relationships/slide" Target="slides/slide329.xml"/><Relationship Id="rId5330" Type="http://schemas.openxmlformats.org/officeDocument/2006/relationships/slide" Target="slides/slide330.xml"/><Relationship Id="rId5331" Type="http://schemas.openxmlformats.org/officeDocument/2006/relationships/slide" Target="slides/slide331.xml"/><Relationship Id="rId5332" Type="http://schemas.openxmlformats.org/officeDocument/2006/relationships/slide" Target="slides/slide332.xml"/><Relationship Id="rId5333" Type="http://schemas.openxmlformats.org/officeDocument/2006/relationships/slide" Target="slides/slide333.xml"/><Relationship Id="rId5334" Type="http://schemas.openxmlformats.org/officeDocument/2006/relationships/slide" Target="slides/slide334.xml"/><Relationship Id="rId5335" Type="http://schemas.openxmlformats.org/officeDocument/2006/relationships/slide" Target="slides/slide335.xml"/><Relationship Id="rId5336" Type="http://schemas.openxmlformats.org/officeDocument/2006/relationships/slide" Target="slides/slide336.xml"/><Relationship Id="rId5337" Type="http://schemas.openxmlformats.org/officeDocument/2006/relationships/slide" Target="slides/slide337.xml"/><Relationship Id="rId5338" Type="http://schemas.openxmlformats.org/officeDocument/2006/relationships/slide" Target="slides/slide338.xml"/><Relationship Id="rId5339" Type="http://schemas.openxmlformats.org/officeDocument/2006/relationships/slide" Target="slides/slide339.xml"/><Relationship Id="rId5340" Type="http://schemas.openxmlformats.org/officeDocument/2006/relationships/slide" Target="slides/slide340.xml"/><Relationship Id="rId5341" Type="http://schemas.openxmlformats.org/officeDocument/2006/relationships/slide" Target="slides/slide341.xml"/><Relationship Id="rId5342" Type="http://schemas.openxmlformats.org/officeDocument/2006/relationships/slide" Target="slides/slide342.xml"/><Relationship Id="rId5343" Type="http://schemas.openxmlformats.org/officeDocument/2006/relationships/slide" Target="slides/slide343.xml"/><Relationship Id="rId5344" Type="http://schemas.openxmlformats.org/officeDocument/2006/relationships/slide" Target="slides/slide344.xml"/><Relationship Id="rId5345" Type="http://schemas.openxmlformats.org/officeDocument/2006/relationships/slide" Target="slides/slide345.xml"/><Relationship Id="rId5346" Type="http://schemas.openxmlformats.org/officeDocument/2006/relationships/slide" Target="slides/slide346.xml"/><Relationship Id="rId5347" Type="http://schemas.openxmlformats.org/officeDocument/2006/relationships/slide" Target="slides/slide347.xml"/><Relationship Id="rId5348" Type="http://schemas.openxmlformats.org/officeDocument/2006/relationships/slide" Target="slides/slide348.xml"/><Relationship Id="rId5349" Type="http://schemas.openxmlformats.org/officeDocument/2006/relationships/slide" Target="slides/slide349.xml"/><Relationship Id="rId5350" Type="http://schemas.openxmlformats.org/officeDocument/2006/relationships/slide" Target="slides/slide350.xml"/><Relationship Id="rId5351" Type="http://schemas.openxmlformats.org/officeDocument/2006/relationships/slide" Target="slides/slide351.xml"/><Relationship Id="rId5352" Type="http://schemas.openxmlformats.org/officeDocument/2006/relationships/slide" Target="slides/slide352.xml"/><Relationship Id="rId5353" Type="http://schemas.openxmlformats.org/officeDocument/2006/relationships/slide" Target="slides/slide353.xml"/><Relationship Id="rId5354" Type="http://schemas.openxmlformats.org/officeDocument/2006/relationships/slide" Target="slides/slide354.xml"/><Relationship Id="rId5355" Type="http://schemas.openxmlformats.org/officeDocument/2006/relationships/slide" Target="slides/slide355.xml"/><Relationship Id="rId5356" Type="http://schemas.openxmlformats.org/officeDocument/2006/relationships/slide" Target="slides/slide356.xml"/><Relationship Id="rId5357" Type="http://schemas.openxmlformats.org/officeDocument/2006/relationships/slide" Target="slides/slide357.xml"/><Relationship Id="rId5358" Type="http://schemas.openxmlformats.org/officeDocument/2006/relationships/slide" Target="slides/slide358.xml"/><Relationship Id="rId5359" Type="http://schemas.openxmlformats.org/officeDocument/2006/relationships/slide" Target="slides/slide359.xml"/><Relationship Id="rId5360" Type="http://schemas.openxmlformats.org/officeDocument/2006/relationships/slide" Target="slides/slide360.xml"/><Relationship Id="rId5361" Type="http://schemas.openxmlformats.org/officeDocument/2006/relationships/slide" Target="slides/slide361.xml"/><Relationship Id="rId5362" Type="http://schemas.openxmlformats.org/officeDocument/2006/relationships/slide" Target="slides/slide362.xml"/><Relationship Id="rId5363" Type="http://schemas.openxmlformats.org/officeDocument/2006/relationships/slide" Target="slides/slide363.xml"/><Relationship Id="rId5364" Type="http://schemas.openxmlformats.org/officeDocument/2006/relationships/slide" Target="slides/slide364.xml"/><Relationship Id="rId5365" Type="http://schemas.openxmlformats.org/officeDocument/2006/relationships/slide" Target="slides/slide365.xml"/><Relationship Id="rId5366" Type="http://schemas.openxmlformats.org/officeDocument/2006/relationships/slide" Target="slides/slide366.xml"/><Relationship Id="rId5367" Type="http://schemas.openxmlformats.org/officeDocument/2006/relationships/slide" Target="slides/slide367.xml"/><Relationship Id="rId5368" Type="http://schemas.openxmlformats.org/officeDocument/2006/relationships/slide" Target="slides/slide368.xml"/><Relationship Id="rId5369" Type="http://schemas.openxmlformats.org/officeDocument/2006/relationships/slide" Target="slides/slide369.xml"/><Relationship Id="rId5370" Type="http://schemas.openxmlformats.org/officeDocument/2006/relationships/slide" Target="slides/slide370.xml"/><Relationship Id="rId5371" Type="http://schemas.openxmlformats.org/officeDocument/2006/relationships/slide" Target="slides/slide371.xml"/><Relationship Id="rId5372" Type="http://schemas.openxmlformats.org/officeDocument/2006/relationships/slide" Target="slides/slide372.xml"/><Relationship Id="rId5373" Type="http://schemas.openxmlformats.org/officeDocument/2006/relationships/slide" Target="slides/slide373.xml"/><Relationship Id="rId5374" Type="http://schemas.openxmlformats.org/officeDocument/2006/relationships/slide" Target="slides/slide374.xml"/><Relationship Id="rId5375" Type="http://schemas.openxmlformats.org/officeDocument/2006/relationships/slide" Target="slides/slide375.xml"/><Relationship Id="rId5376" Type="http://schemas.openxmlformats.org/officeDocument/2006/relationships/slide" Target="slides/slide376.xml"/><Relationship Id="rId5377" Type="http://schemas.openxmlformats.org/officeDocument/2006/relationships/slide" Target="slides/slide377.xml"/><Relationship Id="rId5378" Type="http://schemas.openxmlformats.org/officeDocument/2006/relationships/slide" Target="slides/slide378.xml"/><Relationship Id="rId5379" Type="http://schemas.openxmlformats.org/officeDocument/2006/relationships/slide" Target="slides/slide379.xml"/><Relationship Id="rId5380" Type="http://schemas.openxmlformats.org/officeDocument/2006/relationships/slide" Target="slides/slide380.xml"/><Relationship Id="rId5381" Type="http://schemas.openxmlformats.org/officeDocument/2006/relationships/slide" Target="slides/slide381.xml"/><Relationship Id="rId5382" Type="http://schemas.openxmlformats.org/officeDocument/2006/relationships/slide" Target="slides/slide382.xml"/><Relationship Id="rId5383" Type="http://schemas.openxmlformats.org/officeDocument/2006/relationships/slide" Target="slides/slide383.xml"/><Relationship Id="rId5384" Type="http://schemas.openxmlformats.org/officeDocument/2006/relationships/slide" Target="slides/slide384.xml"/><Relationship Id="rId5385" Type="http://schemas.openxmlformats.org/officeDocument/2006/relationships/slide" Target="slides/slide385.xml"/><Relationship Id="rId5386" Type="http://schemas.openxmlformats.org/officeDocument/2006/relationships/slide" Target="slides/slide386.xml"/><Relationship Id="rId5387" Type="http://schemas.openxmlformats.org/officeDocument/2006/relationships/slide" Target="slides/slide387.xml"/><Relationship Id="rId5388" Type="http://schemas.openxmlformats.org/officeDocument/2006/relationships/slide" Target="slides/slide388.xml"/><Relationship Id="rId5389" Type="http://schemas.openxmlformats.org/officeDocument/2006/relationships/slide" Target="slides/slide389.xml"/><Relationship Id="rId5390" Type="http://schemas.openxmlformats.org/officeDocument/2006/relationships/slide" Target="slides/slide390.xml"/><Relationship Id="rId5391" Type="http://schemas.openxmlformats.org/officeDocument/2006/relationships/slide" Target="slides/slide391.xml"/><Relationship Id="rId5392" Type="http://schemas.openxmlformats.org/officeDocument/2006/relationships/slide" Target="slides/slide392.xml"/><Relationship Id="rId5393" Type="http://schemas.openxmlformats.org/officeDocument/2006/relationships/slide" Target="slides/slide393.xml"/><Relationship Id="rId5394" Type="http://schemas.openxmlformats.org/officeDocument/2006/relationships/slide" Target="slides/slide394.xml"/><Relationship Id="rId5395" Type="http://schemas.openxmlformats.org/officeDocument/2006/relationships/slide" Target="slides/slide395.xml"/><Relationship Id="rId5396" Type="http://schemas.openxmlformats.org/officeDocument/2006/relationships/slide" Target="slides/slide396.xml"/><Relationship Id="rId5397" Type="http://schemas.openxmlformats.org/officeDocument/2006/relationships/slide" Target="slides/slide397.xml"/><Relationship Id="rId5398" Type="http://schemas.openxmlformats.org/officeDocument/2006/relationships/slide" Target="slides/slide398.xml"/><Relationship Id="rId5399" Type="http://schemas.openxmlformats.org/officeDocument/2006/relationships/slide" Target="slides/slide399.xml"/><Relationship Id="rId5400" Type="http://schemas.openxmlformats.org/officeDocument/2006/relationships/slide" Target="slides/slide400.xml"/><Relationship Id="rId5401" Type="http://schemas.openxmlformats.org/officeDocument/2006/relationships/slide" Target="slides/slide401.xml"/><Relationship Id="rId5402" Type="http://schemas.openxmlformats.org/officeDocument/2006/relationships/slide" Target="slides/slide402.xml"/><Relationship Id="rId5403" Type="http://schemas.openxmlformats.org/officeDocument/2006/relationships/slide" Target="slides/slide403.xml"/><Relationship Id="rId5404" Type="http://schemas.openxmlformats.org/officeDocument/2006/relationships/slide" Target="slides/slide404.xml"/><Relationship Id="rId5405" Type="http://schemas.openxmlformats.org/officeDocument/2006/relationships/slide" Target="slides/slide405.xml"/><Relationship Id="rId5406" Type="http://schemas.openxmlformats.org/officeDocument/2006/relationships/slide" Target="slides/slide406.xml"/><Relationship Id="rId5407" Type="http://schemas.openxmlformats.org/officeDocument/2006/relationships/slide" Target="slides/slide407.xml"/><Relationship Id="rId5408" Type="http://schemas.openxmlformats.org/officeDocument/2006/relationships/slide" Target="slides/slide408.xml"/><Relationship Id="rId5409" Type="http://schemas.openxmlformats.org/officeDocument/2006/relationships/slide" Target="slides/slide409.xml"/><Relationship Id="rId5410" Type="http://schemas.openxmlformats.org/officeDocument/2006/relationships/slide" Target="slides/slide410.xml"/><Relationship Id="rId5411" Type="http://schemas.openxmlformats.org/officeDocument/2006/relationships/slide" Target="slides/slide411.xml"/><Relationship Id="rId5412" Type="http://schemas.openxmlformats.org/officeDocument/2006/relationships/slide" Target="slides/slide412.xml"/><Relationship Id="rId5413" Type="http://schemas.openxmlformats.org/officeDocument/2006/relationships/slide" Target="slides/slide413.xml"/><Relationship Id="rId5414" Type="http://schemas.openxmlformats.org/officeDocument/2006/relationships/slide" Target="slides/slide414.xml"/><Relationship Id="rId5415" Type="http://schemas.openxmlformats.org/officeDocument/2006/relationships/slide" Target="slides/slide415.xml"/><Relationship Id="rId5416" Type="http://schemas.openxmlformats.org/officeDocument/2006/relationships/slide" Target="slides/slide416.xml"/><Relationship Id="rId5417" Type="http://schemas.openxmlformats.org/officeDocument/2006/relationships/slide" Target="slides/slide417.xml"/><Relationship Id="rId5418" Type="http://schemas.openxmlformats.org/officeDocument/2006/relationships/slide" Target="slides/slide418.xml"/><Relationship Id="rId5419" Type="http://schemas.openxmlformats.org/officeDocument/2006/relationships/slide" Target="slides/slide419.xml"/><Relationship Id="rId5420" Type="http://schemas.openxmlformats.org/officeDocument/2006/relationships/slide" Target="slides/slide420.xml"/><Relationship Id="rId5421" Type="http://schemas.openxmlformats.org/officeDocument/2006/relationships/slide" Target="slides/slide421.xml"/><Relationship Id="rId5422" Type="http://schemas.openxmlformats.org/officeDocument/2006/relationships/slide" Target="slides/slide422.xml"/><Relationship Id="rId5423" Type="http://schemas.openxmlformats.org/officeDocument/2006/relationships/slide" Target="slides/slide423.xml"/><Relationship Id="rId5424" Type="http://schemas.openxmlformats.org/officeDocument/2006/relationships/slide" Target="slides/slide424.xml"/><Relationship Id="rId5425" Type="http://schemas.openxmlformats.org/officeDocument/2006/relationships/slide" Target="slides/slide425.xml"/><Relationship Id="rId5426" Type="http://schemas.openxmlformats.org/officeDocument/2006/relationships/slide" Target="slides/slide4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 Dashboard</a:t>
            </a:r>
            <a:endParaRPr b="1" sz="3200">
              <a:solidFill>
                <a:srgbClr val="000000"/>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You're here to learn my Time Based Ranges &amp; trade profitably starting tomorrow, right?</a:t>
            </a:r>
            <a:endParaRPr b="1" sz="3200">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Give me a "YES" in the chat if that sounds like you</a:t>
            </a:r>
            <a:endParaRPr b="1" sz="3200">
              <a:solidFill>
                <a:srgbClr val="000000"/>
              </a:solidFill>
              <a:latin typeface="Poppins"/>
              <a:ea typeface="Poppins"/>
              <a:cs typeface="Poppins"/>
              <a:sym typeface="Poppi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I just showed you my PnL…</a:t>
            </a:r>
            <a:endParaRPr b="1" sz="3200">
              <a:solidFill>
                <a:srgbClr val="00000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obviously, a number on a screen doesn't mean much on its own…</a:t>
            </a:r>
            <a:endParaRPr b="1" sz="3200">
              <a:solidFill>
                <a:srgbClr val="00000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why I wanted to show you where it actually came from.</a:t>
            </a:r>
            <a:endParaRPr b="1" sz="3200">
              <a:solidFill>
                <a:srgbClr val="000000"/>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nearly all of it came from the same trade, at the same time of day, over and over.</a:t>
            </a:r>
            <a:endParaRPr b="1" sz="3200">
              <a:solidFill>
                <a:srgbClr val="000000"/>
              </a:solidFill>
              <a:latin typeface="Poppins"/>
              <a:ea typeface="Poppins"/>
              <a:cs typeface="Poppins"/>
              <a:sym typeface="Poppi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Same setup, different day.</a:t>
            </a:r>
            <a:endParaRPr b="1" sz="3200">
              <a:solidFill>
                <a:srgbClr val="000000"/>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Here's three of them.</a:t>
            </a:r>
            <a:endParaRPr b="1" sz="3200">
              <a:solidFill>
                <a:srgbClr val="000000"/>
              </a:solidFill>
              <a:latin typeface="Poppins"/>
              <a:ea typeface="Poppins"/>
              <a:cs typeface="Poppins"/>
              <a:sym typeface="Poppi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Trade 1: Monday - Live showing (created this box, takes out one side, I'm in)</a:t>
            </a:r>
            <a:endParaRPr b="1" sz="3200">
              <a:solidFill>
                <a:srgbClr val="000000"/>
              </a:solidFill>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Trade 2: Tuesday - Live showing (created this box, takes out one side, I'm in)</a:t>
            </a:r>
            <a:endParaRPr b="1" sz="3200">
              <a:solidFill>
                <a:srgbClr val="000000"/>
              </a:solidFill>
              <a:latin typeface="Poppins"/>
              <a:ea typeface="Poppins"/>
              <a:cs typeface="Poppins"/>
              <a:sym typeface="Poppi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Trade 3: Friday - Live showing (created this box, takes out one side, I'm in)</a:t>
            </a:r>
            <a:endParaRPr b="1" sz="3200">
              <a:solidFill>
                <a:srgbClr val="000000"/>
              </a:solidFill>
              <a:latin typeface="Poppins"/>
              <a:ea typeface="Poppins"/>
              <a:cs typeface="Poppins"/>
              <a:sym typeface="Poppi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 didn't dig through two years to find three that looked good.</a:t>
            </a:r>
            <a:endParaRPr b="1" sz="3200">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Those were all in the same five trading days, from DATE to DATE.</a:t>
            </a:r>
            <a:endParaRPr b="1" sz="3200">
              <a:solidFill>
                <a:srgbClr val="000000"/>
              </a:solidFill>
              <a:latin typeface="Poppins"/>
              <a:ea typeface="Poppins"/>
              <a:cs typeface="Poppins"/>
              <a:sym typeface="Poppi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Same window on the clock, same thing happening inside it, three days out of five.</a:t>
            </a:r>
            <a:endParaRPr b="1" sz="3200">
              <a:solidFill>
                <a:srgbClr val="000000"/>
              </a:solidFill>
              <a:latin typeface="Poppins"/>
              <a:ea typeface="Poppins"/>
              <a:cs typeface="Poppins"/>
              <a:sym typeface="Poppi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 window is what I call a time based range.</a:t>
            </a:r>
            <a:endParaRPr b="1" sz="3200">
              <a:solidFill>
                <a:srgbClr val="000000"/>
              </a:solidFill>
              <a:latin typeface="Poppins"/>
              <a:ea typeface="Poppins"/>
              <a:cs typeface="Poppins"/>
              <a:sym typeface="Poppi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In a minute I'll show you how I found it and why it keeps working.</a:t>
            </a:r>
            <a:endParaRPr b="1" sz="3200">
              <a:solidFill>
                <a:srgbClr val="000000"/>
              </a:solidFill>
              <a:latin typeface="Poppins"/>
              <a:ea typeface="Poppins"/>
              <a:cs typeface="Poppins"/>
              <a:sym typeface="Poppi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first, notice what wasn't in any of those. There was no analysis.</a:t>
            </a:r>
            <a:endParaRPr b="1" sz="3200">
              <a:solidFill>
                <a:srgbClr val="000000"/>
              </a:solidFill>
              <a:latin typeface="Poppins"/>
              <a:ea typeface="Poppins"/>
              <a:cs typeface="Poppins"/>
              <a:sym typeface="Poppin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showed up at a time I knew about the day before, I watched one thing happen, and I was in.</a:t>
            </a:r>
            <a:endParaRPr b="1" sz="3200">
              <a:solidFill>
                <a:srgbClr val="000000"/>
              </a:solidFill>
              <a:latin typeface="Poppins"/>
              <a:ea typeface="Poppins"/>
              <a:cs typeface="Poppins"/>
              <a:sym typeface="Poppi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the whole job. About 30 minutes a day, and then I'm done.</a:t>
            </a:r>
            <a:endParaRPr b="1" sz="3200">
              <a:solidFill>
                <a:srgbClr val="000000"/>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I'm not going to sit here and tell you it works every single day.</a:t>
            </a:r>
            <a:endParaRPr b="1" sz="3200">
              <a:solidFill>
                <a:srgbClr val="000000"/>
              </a:solidFill>
              <a:latin typeface="Poppins"/>
              <a:ea typeface="Poppins"/>
              <a:cs typeface="Poppins"/>
              <a:sym typeface="Poppi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Nobody knows everything about the markets, and anyone who tells you otherwise is lying to you.</a:t>
            </a:r>
            <a:endParaRPr b="1" sz="3200">
              <a:solidFill>
                <a:srgbClr val="000000"/>
              </a:solidFill>
              <a:latin typeface="Poppins"/>
              <a:ea typeface="Poppins"/>
              <a:cs typeface="Poppins"/>
              <a:sym typeface="Poppi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What I can tell you is that my setup shows up 1 to 3 times a week, and that's been enough for months like these.</a:t>
            </a:r>
            <a:endParaRPr b="1" sz="3200">
              <a:solidFill>
                <a:srgbClr val="000000"/>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January - August PNLs</a:t>
            </a:r>
            <a:endParaRPr b="1" sz="3200">
              <a:solidFill>
                <a:srgbClr val="000000"/>
              </a:solidFill>
              <a:latin typeface="Poppins"/>
              <a:ea typeface="Poppins"/>
              <a:cs typeface="Poppins"/>
              <a:sym typeface="Poppi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 know… My numbers don't actually help you.</a:t>
            </a:r>
            <a:endParaRPr b="1" sz="3200">
              <a:solidFill>
                <a:srgbClr val="000000"/>
              </a:solidFill>
              <a:latin typeface="Poppins"/>
              <a:ea typeface="Poppins"/>
              <a:cs typeface="Poppins"/>
              <a:sym typeface="Poppi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you don't care that I can trade it…</a:t>
            </a:r>
            <a:endParaRPr b="1" sz="3200">
              <a:solidFill>
                <a:srgbClr val="000000"/>
              </a:solidFill>
              <a:latin typeface="Poppins"/>
              <a:ea typeface="Poppins"/>
              <a:cs typeface="Poppins"/>
              <a:sym typeface="Poppi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care whether you can.</a:t>
            </a:r>
            <a:endParaRPr b="1" sz="3200">
              <a:solidFill>
                <a:srgbClr val="000000"/>
              </a:solidFill>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let me show you my students that have started trading my time based ranges:</a:t>
            </a:r>
            <a:endParaRPr b="1" sz="3200">
              <a:solidFill>
                <a:srgbClr val="000000"/>
              </a:solidFill>
              <a:latin typeface="Poppins"/>
              <a:ea typeface="Poppins"/>
              <a:cs typeface="Poppins"/>
              <a:sym typeface="Poppi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SOPHIA</a:t>
            </a:r>
            <a:endParaRPr b="1" sz="3200">
              <a:solidFill>
                <a:srgbClr val="000000"/>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CASE STUDY 2</a:t>
            </a:r>
            <a:endParaRPr b="1" sz="3200">
              <a:solidFill>
                <a:srgbClr val="000000"/>
              </a:solidFill>
              <a:latin typeface="Poppins"/>
              <a:ea typeface="Poppins"/>
              <a:cs typeface="Poppins"/>
              <a:sym typeface="Poppin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CASE STUDY 3</a:t>
            </a:r>
            <a:endParaRPr b="1" sz="3200">
              <a:solidFill>
                <a:srgbClr val="000000"/>
              </a:solidFill>
              <a:latin typeface="Poppins"/>
              <a:ea typeface="Poppins"/>
              <a:cs typeface="Poppins"/>
              <a:sym typeface="Poppi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CASE STUDY 4</a:t>
            </a:r>
            <a:endParaRPr b="1" sz="3200">
              <a:solidFill>
                <a:srgbClr val="000000"/>
              </a:solidFill>
              <a:latin typeface="Poppins"/>
              <a:ea typeface="Poppins"/>
              <a:cs typeface="Poppins"/>
              <a:sym typeface="Poppi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CASE STUDY 5.</a:t>
            </a:r>
            <a:endParaRPr b="1" sz="3200">
              <a:solidFill>
                <a:srgbClr val="000000"/>
              </a:solidFill>
              <a:latin typeface="Poppins"/>
              <a:ea typeface="Poppins"/>
              <a:cs typeface="Poppins"/>
              <a:sym typeface="Poppi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honestly, they were all pretty much exactly like me after my first year or two of trading.</a:t>
            </a:r>
            <a:endParaRPr b="1" sz="3200">
              <a:solidFill>
                <a:srgbClr val="000000"/>
              </a:solidFill>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real quick, in case you don't know me…</a:t>
            </a:r>
            <a:endParaRPr b="1" sz="3200">
              <a:solidFill>
                <a:srgbClr val="000000"/>
              </a:solidFill>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My name's Rauf, I've been trading for 6 years now, and I've made multiple 7 figures from these markets…</a:t>
            </a:r>
            <a:endParaRPr b="1" sz="3200">
              <a:solidFill>
                <a:srgbClr val="000000"/>
              </a:solidFill>
              <a:latin typeface="Poppins"/>
              <a:ea typeface="Poppins"/>
              <a:cs typeface="Poppins"/>
              <a:sym typeface="Poppi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Worked with hundreds of traders and helped them become consistently profitable too…</a:t>
            </a:r>
            <a:endParaRPr b="1" sz="3200">
              <a:solidFill>
                <a:srgbClr val="000000"/>
              </a:solidFill>
              <a:latin typeface="Poppins"/>
              <a:ea typeface="Poppins"/>
              <a:cs typeface="Poppins"/>
              <a:sym typeface="Poppi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SHOW MASTERMIND IMAGES…</a:t>
            </a:r>
            <a:endParaRPr b="1" sz="3200">
              <a:solidFill>
                <a:srgbClr val="000000"/>
              </a:solidFill>
              <a:latin typeface="Poppins"/>
              <a:ea typeface="Poppins"/>
              <a:cs typeface="Poppins"/>
              <a:sym typeface="Poppi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a couple of years ago I was sat exactly where those guys were, and probably exactly where you are right now watching this.</a:t>
            </a:r>
            <a:endParaRPr b="1" sz="3200">
              <a:solidFill>
                <a:srgbClr val="000000"/>
              </a:solidFill>
              <a:latin typeface="Poppins"/>
              <a:ea typeface="Poppins"/>
              <a:cs typeface="Poppins"/>
              <a:sym typeface="Poppi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Months, and then years, of being inconsistent and unprofitable.</a:t>
            </a:r>
            <a:endParaRPr b="1" sz="3200">
              <a:solidFill>
                <a:srgbClr val="000000"/>
              </a:solidFill>
              <a:latin typeface="Poppins"/>
              <a:ea typeface="Poppins"/>
              <a:cs typeface="Poppins"/>
              <a:sym typeface="Poppi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tried dozens of strategies and paid for multiple mentorships, and none of it worked.</a:t>
            </a:r>
            <a:endParaRPr b="1" sz="3200">
              <a:solidFill>
                <a:srgbClr val="000000"/>
              </a:solidFill>
              <a:latin typeface="Poppins"/>
              <a:ea typeface="Poppins"/>
              <a:cs typeface="Poppins"/>
              <a:sym typeface="Poppins"/>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here's the part that actually messed me up.</a:t>
            </a:r>
            <a:endParaRPr b="1" sz="3200">
              <a:solidFill>
                <a:srgbClr val="000000"/>
              </a:solidFill>
              <a:latin typeface="Poppins"/>
              <a:ea typeface="Poppins"/>
              <a:cs typeface="Poppins"/>
              <a:sym typeface="Poppi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Every one of those people had me believing it was my psychology.</a:t>
            </a:r>
            <a:endParaRPr b="1" sz="3200">
              <a:solidFill>
                <a:srgbClr val="000000"/>
              </a:solidFill>
              <a:latin typeface="Poppins"/>
              <a:ea typeface="Poppins"/>
              <a:cs typeface="Poppins"/>
              <a:sym typeface="Poppi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 I was the problem, and I just needed to fix myself.</a:t>
            </a:r>
            <a:endParaRPr b="1" sz="3200">
              <a:solidFill>
                <a:srgbClr val="000000"/>
              </a:solidFill>
              <a:latin typeface="Poppins"/>
              <a:ea typeface="Poppins"/>
              <a:cs typeface="Poppins"/>
              <a:sym typeface="Poppi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simply not true.</a:t>
            </a:r>
            <a:endParaRPr b="1" sz="3200">
              <a:solidFill>
                <a:srgbClr val="000000"/>
              </a:solidFill>
              <a:latin typeface="Poppins"/>
              <a:ea typeface="Poppins"/>
              <a:cs typeface="Poppins"/>
              <a:sym typeface="Poppi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All of that inconsistency came from the strategies they were teaching me, because those strategies had no real edge behind them.</a:t>
            </a:r>
            <a:endParaRPr b="1" sz="3200">
              <a:solidFill>
                <a:srgbClr val="000000"/>
              </a:solidFill>
              <a:latin typeface="Poppins"/>
              <a:ea typeface="Poppins"/>
              <a:cs typeface="Poppins"/>
              <a:sym typeface="Poppi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mean, just think about it for a second.</a:t>
            </a:r>
            <a:endParaRPr b="1" sz="3200">
              <a:solidFill>
                <a:srgbClr val="000000"/>
              </a:solidFill>
              <a:latin typeface="Poppins"/>
              <a:ea typeface="Poppins"/>
              <a:cs typeface="Poppins"/>
              <a:sym typeface="Poppi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Psychology problems are really strategy problems.</a:t>
            </a:r>
            <a:endParaRPr b="1" sz="3200">
              <a:solidFill>
                <a:srgbClr val="000000"/>
              </a:solidFill>
              <a:latin typeface="Poppins"/>
              <a:ea typeface="Poppins"/>
              <a:cs typeface="Poppins"/>
              <a:sym typeface="Poppi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what a good strategy actually does is take the big decisions away from you.</a:t>
            </a:r>
            <a:endParaRPr b="1" sz="3200">
              <a:solidFill>
                <a:srgbClr val="000000"/>
              </a:solidFill>
              <a:latin typeface="Poppins"/>
              <a:ea typeface="Poppins"/>
              <a:cs typeface="Poppins"/>
              <a:sym typeface="Poppi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If the market is telling you what to do, there's nothing left to be disciplined about.</a:t>
            </a:r>
            <a:endParaRPr b="1" sz="3200">
              <a:solidFill>
                <a:srgbClr val="000000"/>
              </a:solidFill>
              <a:latin typeface="Poppins"/>
              <a:ea typeface="Poppins"/>
              <a:cs typeface="Poppins"/>
              <a:sym typeface="Poppi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see A, you do B. You see B, you do A.</a:t>
            </a:r>
            <a:endParaRPr b="1" sz="3200">
              <a:solidFill>
                <a:srgbClr val="000000"/>
              </a:solidFill>
              <a:latin typeface="Poppins"/>
              <a:ea typeface="Poppins"/>
              <a:cs typeface="Poppins"/>
              <a:sym typeface="Poppi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exactly what my time based ranges are, with real data behind them…</a:t>
            </a:r>
            <a:endParaRPr b="1" sz="3200">
              <a:solidFill>
                <a:srgbClr val="000000"/>
              </a:solidFill>
              <a:latin typeface="Poppins"/>
              <a:ea typeface="Poppins"/>
              <a:cs typeface="Poppins"/>
              <a:sym typeface="Poppi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I'll show you Monday through Friday in a second and you'll see it all come together.</a:t>
            </a:r>
            <a:endParaRPr b="1" sz="3200">
              <a:solidFill>
                <a:srgbClr val="000000"/>
              </a:solidFill>
              <a:latin typeface="Poppins"/>
              <a:ea typeface="Poppins"/>
              <a:cs typeface="Poppins"/>
              <a:sym typeface="Poppi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the way I found it was exactly that.</a:t>
            </a:r>
            <a:endParaRPr b="1" sz="3200">
              <a:solidFill>
                <a:srgbClr val="000000"/>
              </a:solidFill>
              <a:latin typeface="Poppins"/>
              <a:ea typeface="Poppins"/>
              <a:cs typeface="Poppins"/>
              <a:sym typeface="Poppi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After years of failing, I stopped looking for a better strategy and started looking for something that actually repeats.</a:t>
            </a:r>
            <a:endParaRPr b="1" sz="3200">
              <a:solidFill>
                <a:srgbClr val="000000"/>
              </a:solidFill>
              <a:latin typeface="Poppins"/>
              <a:ea typeface="Poppins"/>
              <a:cs typeface="Poppins"/>
              <a:sym typeface="Poppin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that's all a strategy really is:</a:t>
            </a:r>
            <a:endParaRPr b="1" sz="3200">
              <a:solidFill>
                <a:srgbClr val="000000"/>
              </a:solidFill>
              <a:latin typeface="Poppins"/>
              <a:ea typeface="Poppins"/>
              <a:cs typeface="Poppins"/>
              <a:sym typeface="Poppi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a bet you're making, because you believe the same thing is going to keep happening day after day.</a:t>
            </a:r>
            <a:endParaRPr b="1" sz="3200">
              <a:solidFill>
                <a:srgbClr val="000000"/>
              </a:solidFill>
              <a:latin typeface="Poppins"/>
              <a:ea typeface="Poppins"/>
              <a:cs typeface="Poppins"/>
              <a:sym typeface="Poppi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that became the only question that mattered to me.</a:t>
            </a:r>
            <a:endParaRPr b="1" sz="3200">
              <a:solidFill>
                <a:srgbClr val="000000"/>
              </a:solidFill>
              <a:latin typeface="Poppins"/>
              <a:ea typeface="Poppins"/>
              <a:cs typeface="Poppins"/>
              <a:sym typeface="Poppi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What actually repeats?</a:t>
            </a:r>
            <a:endParaRPr b="1" sz="3200">
              <a:solidFill>
                <a:srgbClr val="000000"/>
              </a:solidFill>
              <a:latin typeface="Poppins"/>
              <a:ea typeface="Poppins"/>
              <a:cs typeface="Poppins"/>
              <a:sym typeface="Poppi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when I held my old strategies up against that, none of them survived it.</a:t>
            </a:r>
            <a:endParaRPr b="1" sz="3200">
              <a:solidFill>
                <a:srgbClr val="000000"/>
              </a:solidFill>
              <a:latin typeface="Poppins"/>
              <a:ea typeface="Poppins"/>
              <a:cs typeface="Poppins"/>
              <a:sym typeface="Poppin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[Two identical setups side by side. One breaks down, one reverses.]</a:t>
            </a:r>
            <a:endParaRPr b="1" i="1" sz="3200">
              <a:solidFill>
                <a:srgbClr val="000000"/>
              </a:solidFill>
              <a:latin typeface="Poppins"/>
              <a:ea typeface="Poppins"/>
              <a:cs typeface="Poppins"/>
              <a:sym typeface="Poppins"/>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you can get the exact same setup twice and have it do the complete opposite thing, and there's no way of knowing which one you've got until it's already happened.</a:t>
            </a:r>
            <a:endParaRPr b="1" sz="3200">
              <a:solidFill>
                <a:srgbClr val="000000"/>
              </a:solidFill>
              <a:latin typeface="Poppins"/>
              <a:ea typeface="Poppins"/>
              <a:cs typeface="Poppins"/>
              <a:sym typeface="Poppins"/>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not something repeating… That's a coin flip with a name on it.</a:t>
            </a:r>
            <a:endParaRPr b="1" sz="3200">
              <a:solidFill>
                <a:srgbClr val="000000"/>
              </a:solidFill>
              <a:latin typeface="Poppins"/>
              <a:ea typeface="Poppins"/>
              <a:cs typeface="Poppins"/>
              <a:sym typeface="Poppins"/>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then I looked at the one part of my chart I'd never actually paid any attention to.</a:t>
            </a:r>
            <a:endParaRPr b="1" sz="3200">
              <a:solidFill>
                <a:srgbClr val="000000"/>
              </a:solidFill>
              <a:latin typeface="Poppins"/>
              <a:ea typeface="Poppins"/>
              <a:cs typeface="Poppins"/>
              <a:sym typeface="Poppins"/>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[Chart. Price axis. Then the time axis lights up.]</a:t>
            </a:r>
            <a:endParaRPr b="1" i="1" sz="3200">
              <a:solidFill>
                <a:srgbClr val="000000"/>
              </a:solidFill>
              <a:latin typeface="Poppins"/>
              <a:ea typeface="Poppins"/>
              <a:cs typeface="Poppins"/>
              <a:sym typeface="Poppins"/>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have no idea what that next candle is going to do, but you know exactly when it prints.</a:t>
            </a:r>
            <a:endParaRPr b="1" sz="3200">
              <a:solidFill>
                <a:srgbClr val="000000"/>
              </a:solidFill>
              <a:latin typeface="Poppins"/>
              <a:ea typeface="Poppins"/>
              <a:cs typeface="Poppins"/>
              <a:sym typeface="Poppins"/>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To the second, every day, forever.</a:t>
            </a:r>
            <a:endParaRPr b="1" sz="3200">
              <a:solidFill>
                <a:srgbClr val="000000"/>
              </a:solidFill>
              <a:latin typeface="Poppins"/>
              <a:ea typeface="Poppins"/>
              <a:cs typeface="Poppins"/>
              <a:sym typeface="Poppins"/>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not just a clever way of looking at it, because the market is just people.</a:t>
            </a:r>
            <a:endParaRPr b="1" sz="3200">
              <a:solidFill>
                <a:srgbClr val="000000"/>
              </a:solidFill>
              <a:latin typeface="Poppins"/>
              <a:ea typeface="Poppins"/>
              <a:cs typeface="Poppins"/>
              <a:sym typeface="Poppins"/>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people work to a schedule.</a:t>
            </a:r>
            <a:endParaRPr b="1" sz="3200">
              <a:solidFill>
                <a:srgbClr val="000000"/>
              </a:solidFill>
              <a:latin typeface="Poppins"/>
              <a:ea typeface="Poppins"/>
              <a:cs typeface="Poppins"/>
              <a:sym typeface="Poppins"/>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big money isn't sat there all day. It turns up when the desks open, and it's the same desks at the same times every single day.</a:t>
            </a:r>
            <a:endParaRPr b="1" sz="3200">
              <a:solidFill>
                <a:srgbClr val="000000"/>
              </a:solidFill>
              <a:latin typeface="Poppins"/>
              <a:ea typeface="Poppins"/>
              <a:cs typeface="Poppins"/>
              <a:sym typeface="Poppin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a bit like rush hour.</a:t>
            </a:r>
            <a:endParaRPr b="1" sz="3200">
              <a:solidFill>
                <a:srgbClr val="000000"/>
              </a:solidFill>
              <a:latin typeface="Poppins"/>
              <a:ea typeface="Poppins"/>
              <a:cs typeface="Poppins"/>
              <a:sym typeface="Poppins"/>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can't tell me which car is going to cut you off tomorrow morning, but you can tell me for a fact that the roads will be packed at 8am.</a:t>
            </a:r>
            <a:endParaRPr b="1" sz="3200">
              <a:solidFill>
                <a:srgbClr val="000000"/>
              </a:solidFill>
              <a:latin typeface="Poppins"/>
              <a:ea typeface="Poppins"/>
              <a:cs typeface="Poppins"/>
              <a:sym typeface="Poppin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that's when everybody leaves for work.</a:t>
            </a:r>
            <a:endParaRPr b="1" sz="3200">
              <a:solidFill>
                <a:srgbClr val="000000"/>
              </a:solidFill>
              <a:latin typeface="Poppins"/>
              <a:ea typeface="Poppins"/>
              <a:cs typeface="Poppins"/>
              <a:sym typeface="Poppins"/>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market is exactly the same. It gets busy at the same times, because the same people keep showing up at the same times.</a:t>
            </a:r>
            <a:endParaRPr b="1" sz="3200">
              <a:solidFill>
                <a:srgbClr val="000000"/>
              </a:solidFill>
              <a:latin typeface="Poppins"/>
              <a:ea typeface="Poppins"/>
              <a:cs typeface="Poppins"/>
              <a:sym typeface="Poppins"/>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it's not vague either. The bond market opens at 8:20 in the morning.</a:t>
            </a:r>
            <a:endParaRPr b="1" sz="3200">
              <a:solidFill>
                <a:srgbClr val="000000"/>
              </a:solidFill>
              <a:latin typeface="Poppins"/>
              <a:ea typeface="Poppins"/>
              <a:cs typeface="Poppins"/>
              <a:sym typeface="Poppin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Not 8:00.</a:t>
            </a:r>
            <a:endParaRPr b="1" sz="3200">
              <a:solidFill>
                <a:srgbClr val="000000"/>
              </a:solidFill>
              <a:latin typeface="Poppins"/>
              <a:ea typeface="Poppins"/>
              <a:cs typeface="Poppins"/>
              <a:sym typeface="Poppins"/>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8:20.</a:t>
            </a:r>
            <a:endParaRPr b="1" sz="3200">
              <a:solidFill>
                <a:srgbClr val="000000"/>
              </a:solidFill>
              <a:latin typeface="Poppins"/>
              <a:ea typeface="Poppins"/>
              <a:cs typeface="Poppins"/>
              <a:sym typeface="Poppins"/>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Somebody decided that decades ago and it hasn't moved since.</a:t>
            </a:r>
            <a:endParaRPr b="1" sz="3200">
              <a:solidFill>
                <a:srgbClr val="000000"/>
              </a:solidFill>
              <a:latin typeface="Poppins"/>
              <a:ea typeface="Poppins"/>
              <a:cs typeface="Poppins"/>
              <a:sym typeface="Poppins"/>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that's all a time based range really is… a window where the same thing keeps happening.</a:t>
            </a:r>
            <a:endParaRPr b="1" sz="3200">
              <a:solidFill>
                <a:srgbClr val="000000"/>
              </a:solidFill>
              <a:latin typeface="Poppins"/>
              <a:ea typeface="Poppins"/>
              <a:cs typeface="Poppins"/>
              <a:sym typeface="Poppi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Instead of hunting for a pattern, you just show up at the right time.</a:t>
            </a:r>
            <a:endParaRPr b="1" sz="3200">
              <a:solidFill>
                <a:srgbClr val="000000"/>
              </a:solidFill>
              <a:latin typeface="Poppins"/>
              <a:ea typeface="Poppins"/>
              <a:cs typeface="Poppins"/>
              <a:sym typeface="Poppi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exactly why it fixed the psychology problem that was never a psychology problem.</a:t>
            </a:r>
            <a:endParaRPr b="1" sz="3200">
              <a:solidFill>
                <a:srgbClr val="000000"/>
              </a:solidFill>
              <a:latin typeface="Poppins"/>
              <a:ea typeface="Poppins"/>
              <a:cs typeface="Poppins"/>
              <a:sym typeface="Poppin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market tells me what to do now.</a:t>
            </a:r>
            <a:endParaRPr b="1" sz="3200">
              <a:solidFill>
                <a:srgbClr val="000000"/>
              </a:solidFill>
              <a:latin typeface="Poppins"/>
              <a:ea typeface="Poppins"/>
              <a:cs typeface="Poppins"/>
              <a:sym typeface="Poppin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There's nothing left for me to be disciplined about.</a:t>
            </a:r>
            <a:endParaRPr b="1" sz="3200">
              <a:solidFill>
                <a:srgbClr val="000000"/>
              </a:solidFill>
              <a:latin typeface="Poppins"/>
              <a:ea typeface="Poppins"/>
              <a:cs typeface="Poppins"/>
              <a:sym typeface="Poppi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Makes sense? Put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let’s get into it, here’s what we’ll be covering in the next 60 minutes:</a:t>
            </a:r>
            <a:endParaRPr b="1" sz="3200">
              <a:solidFill>
                <a:srgbClr val="000000"/>
              </a:solidFill>
              <a:latin typeface="Poppins"/>
              <a:ea typeface="Poppins"/>
              <a:cs typeface="Poppins"/>
              <a:sym typeface="Poppins"/>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2 of my best time based ranges, down to the exact minute, so you can go and use them tomorrow morning.</a:t>
            </a:r>
            <a:endParaRPr b="1" sz="3200">
              <a:solidFill>
                <a:srgbClr val="000000"/>
              </a:solidFill>
              <a:latin typeface="Poppins"/>
              <a:ea typeface="Poppins"/>
              <a:cs typeface="Poppins"/>
              <a:sym typeface="Poppins"/>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How to predict where the market's going that day, by letting the market do it for you.</a:t>
            </a:r>
            <a:endParaRPr b="1" sz="3200">
              <a:solidFill>
                <a:srgbClr val="000000"/>
              </a:solidFill>
              <a:latin typeface="Poppins"/>
              <a:ea typeface="Poppins"/>
              <a:cs typeface="Poppins"/>
              <a:sym typeface="Poppins"/>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3. Exactly where to buy, including the entries I take most often, right down to which single candle on your chart it is.</a:t>
            </a:r>
            <a:endParaRPr b="1" sz="3200">
              <a:solidFill>
                <a:srgbClr val="000000"/>
              </a:solidFill>
              <a:latin typeface="Poppins"/>
              <a:ea typeface="Poppins"/>
              <a:cs typeface="Poppins"/>
              <a:sym typeface="Poppins"/>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4. Where your stop goes, when to move it, and when to take your money.</a:t>
            </a:r>
            <a:endParaRPr b="1" sz="3200">
              <a:solidFill>
                <a:srgbClr val="000000"/>
              </a:solidFill>
              <a:latin typeface="Poppins"/>
              <a:ea typeface="Poppins"/>
              <a:cs typeface="Poppins"/>
              <a:sym typeface="Poppins"/>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5. Multiple full trades from start to finish, so you can see that the same thing keeps happening over and over and over and over again.</a:t>
            </a:r>
            <a:endParaRPr b="1" sz="3200">
              <a:solidFill>
                <a:srgbClr val="000000"/>
              </a:solidFill>
              <a:latin typeface="Poppins"/>
              <a:ea typeface="Poppins"/>
              <a:cs typeface="Poppins"/>
              <a:sym typeface="Poppins"/>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My goal today is to give you everything you need to go ahead and execute my TBR consistently starting tomorrow.</a:t>
            </a:r>
            <a:endParaRPr b="1" sz="3200">
              <a:solidFill>
                <a:srgbClr val="000000"/>
              </a:solidFill>
              <a:latin typeface="Poppins"/>
              <a:ea typeface="Poppins"/>
              <a:cs typeface="Poppins"/>
              <a:sym typeface="Poppins"/>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of course, help you make a shit ton of money, just like all these people have:</a:t>
            </a:r>
            <a:endParaRPr b="1" sz="3200">
              <a:solidFill>
                <a:srgbClr val="000000"/>
              </a:solidFill>
              <a:latin typeface="Poppins"/>
              <a:ea typeface="Poppins"/>
              <a:cs typeface="Poppins"/>
              <a:sym typeface="Poppins"/>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TESTIMONIAL SCREENSHOTS DUMP</a:t>
            </a:r>
            <a:endParaRPr b="1" sz="3200">
              <a:solidFill>
                <a:srgbClr val="000000"/>
              </a:solidFill>
              <a:latin typeface="Poppins"/>
              <a:ea typeface="Poppins"/>
              <a:cs typeface="Poppins"/>
              <a:sym typeface="Poppins"/>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 have a little request for you:</a:t>
            </a:r>
            <a:endParaRPr b="1" sz="3200">
              <a:solidFill>
                <a:srgbClr val="000000"/>
              </a:solidFill>
              <a:latin typeface="Poppins"/>
              <a:ea typeface="Poppins"/>
              <a:cs typeface="Poppins"/>
              <a:sym typeface="Poppins"/>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Everyone you just saw paid me thousands to learn what I'm about to share with you today... for free</a:t>
            </a:r>
            <a:endParaRPr b="1" sz="3200">
              <a:solidFill>
                <a:srgbClr val="000000"/>
              </a:solidFill>
              <a:latin typeface="Poppins"/>
              <a:ea typeface="Poppins"/>
              <a:cs typeface="Poppins"/>
              <a:sym typeface="Poppins"/>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a well-known psychological principle:</a:t>
            </a:r>
            <a:endParaRPr b="1" sz="3200">
              <a:solidFill>
                <a:srgbClr val="000000"/>
              </a:solidFill>
              <a:latin typeface="Poppins"/>
              <a:ea typeface="Poppins"/>
              <a:cs typeface="Poppins"/>
              <a:sym typeface="Poppin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When people pay, they pay more attention.</a:t>
            </a:r>
            <a:endParaRPr b="1" sz="3200">
              <a:solidFill>
                <a:srgbClr val="000000"/>
              </a:solidFill>
              <a:latin typeface="Poppins"/>
              <a:ea typeface="Poppins"/>
              <a:cs typeface="Poppins"/>
              <a:sym typeface="Poppins"/>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here’s the deal…</a:t>
            </a:r>
            <a:endParaRPr b="1" sz="3200">
              <a:solidFill>
                <a:srgbClr val="000000"/>
              </a:solidFill>
              <a:latin typeface="Poppins"/>
              <a:ea typeface="Poppins"/>
              <a:cs typeface="Poppins"/>
              <a:sym typeface="Poppins"/>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Pretend you just paid $5,000 for this Live Training.</a:t>
            </a:r>
            <a:endParaRPr b="1" sz="3200">
              <a:solidFill>
                <a:srgbClr val="000000"/>
              </a:solidFill>
              <a:latin typeface="Poppins"/>
              <a:ea typeface="Poppins"/>
              <a:cs typeface="Poppins"/>
              <a:sym typeface="Poppins"/>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the insights I’m about to share are worth at least that… if you actually pay attention and use them.</a:t>
            </a:r>
            <a:endParaRPr b="1" sz="3200">
              <a:solidFill>
                <a:srgbClr val="000000"/>
              </a:solidFill>
              <a:latin typeface="Poppins"/>
              <a:ea typeface="Poppins"/>
              <a:cs typeface="Poppins"/>
              <a:sym typeface="Poppins"/>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Sound fair enough?</a:t>
            </a:r>
            <a:endParaRPr b="1" sz="3200">
              <a:solidFill>
                <a:srgbClr val="000000"/>
              </a:solidFill>
              <a:latin typeface="Poppins"/>
              <a:ea typeface="Poppins"/>
              <a:cs typeface="Poppins"/>
              <a:sym typeface="Poppins"/>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Put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put away your phone, grab a notebook and take notes... we're covering a lot today</a:t>
            </a:r>
            <a:endParaRPr b="1" sz="3200">
              <a:solidFill>
                <a:srgbClr val="000000"/>
              </a:solidFill>
              <a:latin typeface="Poppins"/>
              <a:ea typeface="Poppins"/>
              <a:cs typeface="Poppins"/>
              <a:sym typeface="Poppins"/>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I’m now going to show you how this model works step by step…</a:t>
            </a:r>
            <a:endParaRPr b="1" sz="3200">
              <a:solidFill>
                <a:srgbClr val="000000"/>
              </a:solidFill>
              <a:latin typeface="Poppins"/>
              <a:ea typeface="Poppins"/>
              <a:cs typeface="Poppins"/>
              <a:sym typeface="Poppins"/>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Then I’ll make you an offer at the end to help you implement it.</a:t>
            </a:r>
            <a:endParaRPr b="1" sz="3200">
              <a:solidFill>
                <a:srgbClr val="000000"/>
              </a:solidFill>
              <a:latin typeface="Poppins"/>
              <a:ea typeface="Poppins"/>
              <a:cs typeface="Poppins"/>
              <a:sym typeface="Poppins"/>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Sound good?</a:t>
            </a:r>
            <a:endParaRPr b="1" sz="3200">
              <a:solidFill>
                <a:srgbClr val="000000"/>
              </a:solidFill>
              <a:latin typeface="Poppins"/>
              <a:ea typeface="Poppins"/>
              <a:cs typeface="Poppins"/>
              <a:sym typeface="Poppins"/>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Let’s dive in…</a:t>
            </a:r>
            <a:endParaRPr b="1" sz="3200">
              <a:solidFill>
                <a:srgbClr val="000000"/>
              </a:solidFill>
              <a:latin typeface="Poppins"/>
              <a:ea typeface="Poppins"/>
              <a:cs typeface="Poppins"/>
              <a:sym typeface="Poppins"/>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﻿DTR Webinar content section</a:t>
            </a:r>
            <a:endParaRPr b="1" sz="3200">
              <a:solidFill>
                <a:srgbClr val="000000"/>
              </a:solidFill>
              <a:latin typeface="Poppins"/>
              <a:ea typeface="Poppins"/>
              <a:cs typeface="Poppins"/>
              <a:sym typeface="Poppins"/>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THE TIME BASED RANGES — when you mark your levels</a:t>
            </a:r>
            <a:endParaRPr b="1" sz="3200">
              <a:solidFill>
                <a:srgbClr val="000000"/>
              </a:solidFill>
              <a:latin typeface="Poppins"/>
              <a:ea typeface="Poppins"/>
              <a:cs typeface="Poppins"/>
              <a:sym typeface="Poppins"/>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THE BIAS — which way you're trading today</a:t>
            </a:r>
            <a:endParaRPr b="1" sz="3200">
              <a:solidFill>
                <a:srgbClr val="000000"/>
              </a:solidFill>
              <a:latin typeface="Poppins"/>
              <a:ea typeface="Poppins"/>
              <a:cs typeface="Poppins"/>
              <a:sym typeface="Poppins"/>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3- THE ENTRY — where you buy</a:t>
            </a:r>
            <a:endParaRPr b="1" sz="3200">
              <a:solidFill>
                <a:srgbClr val="000000"/>
              </a:solidFill>
              <a:latin typeface="Poppins"/>
              <a:ea typeface="Poppins"/>
              <a:cs typeface="Poppins"/>
              <a:sym typeface="Poppins"/>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4- THE EXIT — where you get out</a:t>
            </a:r>
            <a:endParaRPr b="1" sz="3200">
              <a:solidFill>
                <a:srgbClr val="000000"/>
              </a:solidFill>
              <a:latin typeface="Poppins"/>
              <a:ea typeface="Poppins"/>
              <a:cs typeface="Poppins"/>
              <a:sym typeface="Poppins"/>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5- ONE FULL TRADE — all of it on one chart</a:t>
            </a:r>
            <a:endParaRPr b="1" sz="3200">
              <a:solidFill>
                <a:srgbClr val="000000"/>
              </a:solidFill>
              <a:latin typeface="Poppins"/>
              <a:ea typeface="Poppins"/>
              <a:cs typeface="Poppins"/>
              <a:sym typeface="Poppins"/>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STEP 1: THE TIME BASED RANGES</a:t>
            </a:r>
            <a:endParaRPr b="1" sz="3200">
              <a:solidFill>
                <a:srgbClr val="000000"/>
              </a:solidFill>
              <a:latin typeface="Poppins"/>
              <a:ea typeface="Poppins"/>
              <a:cs typeface="Poppins"/>
              <a:sym typeface="Poppins"/>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let's get straight into it.</a:t>
            </a:r>
            <a:endParaRPr b="1" sz="3200">
              <a:solidFill>
                <a:srgbClr val="000000"/>
              </a:solidFill>
              <a:latin typeface="Poppins"/>
              <a:ea typeface="Poppins"/>
              <a:cs typeface="Poppins"/>
              <a:sym typeface="Poppins"/>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I've got a number of time based ranges, and today I'm leaking 2 of them since you're live with me…</a:t>
            </a:r>
            <a:endParaRPr b="1" sz="3200">
              <a:solidFill>
                <a:srgbClr val="000000"/>
              </a:solidFill>
              <a:latin typeface="Poppins"/>
              <a:ea typeface="Poppins"/>
              <a:cs typeface="Poppins"/>
              <a:sym typeface="Poppins"/>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One for New York, one for London.</a:t>
            </a:r>
            <a:endParaRPr b="1" sz="3200">
              <a:solidFill>
                <a:srgbClr val="000000"/>
              </a:solidFill>
              <a:latin typeface="Poppins"/>
              <a:ea typeface="Poppins"/>
              <a:cs typeface="Poppins"/>
              <a:sym typeface="Poppins"/>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rest are reserved for my private students who sign an NDA, so those stay with me.</a:t>
            </a:r>
            <a:endParaRPr b="1" sz="3200">
              <a:solidFill>
                <a:srgbClr val="000000"/>
              </a:solidFill>
              <a:latin typeface="Poppins"/>
              <a:ea typeface="Poppins"/>
              <a:cs typeface="Poppins"/>
              <a:sym typeface="Poppins"/>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every single one of them sits inside something called a dealing range.</a:t>
            </a:r>
            <a:endParaRPr b="1" sz="3200">
              <a:solidFill>
                <a:srgbClr val="000000"/>
              </a:solidFill>
              <a:latin typeface="Poppins"/>
              <a:ea typeface="Poppins"/>
              <a:cs typeface="Poppins"/>
              <a:sym typeface="Poppins"/>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before I give you the times, I have to show you how I find those.</a:t>
            </a:r>
            <a:endParaRPr b="1" sz="3200">
              <a:solidFill>
                <a:srgbClr val="000000"/>
              </a:solidFill>
              <a:latin typeface="Poppins"/>
              <a:ea typeface="Poppins"/>
              <a:cs typeface="Poppins"/>
              <a:sym typeface="Poppins"/>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 dealing range is just the space between a significant swing high and a swing low…</a:t>
            </a:r>
            <a:endParaRPr b="1" sz="3200">
              <a:solidFill>
                <a:srgbClr val="000000"/>
              </a:solidFill>
              <a:latin typeface="Poppins"/>
              <a:ea typeface="Poppins"/>
              <a:cs typeface="Poppins"/>
              <a:sym typeface="Poppins"/>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a swing high or low simply means a point where the market turned around.</a:t>
            </a:r>
            <a:endParaRPr b="1" sz="3200">
              <a:solidFill>
                <a:srgbClr val="000000"/>
              </a:solidFill>
              <a:latin typeface="Poppins"/>
              <a:ea typeface="Poppins"/>
              <a:cs typeface="Poppins"/>
              <a:sym typeface="Poppins"/>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[Chart with a clear swing high and swing low. Mark both.]</a:t>
            </a:r>
            <a:endParaRPr b="1" i="1" sz="3200">
              <a:solidFill>
                <a:srgbClr val="000000"/>
              </a:solidFill>
              <a:latin typeface="Poppins"/>
              <a:ea typeface="Poppins"/>
              <a:cs typeface="Poppins"/>
              <a:sym typeface="Poppins"/>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So this was the low that pushed the market higher, and this was the high that pushed the market lower.</a:t>
            </a:r>
            <a:endParaRPr b="1" i="1" sz="3200">
              <a:solidFill>
                <a:srgbClr val="000000"/>
              </a:solidFill>
              <a:latin typeface="Poppins"/>
              <a:ea typeface="Poppins"/>
              <a:cs typeface="Poppins"/>
              <a:sym typeface="Poppins"/>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Draw a line at each, and automatically that becomes a range to the market.</a:t>
            </a:r>
            <a:endParaRPr b="1" i="1" sz="3200">
              <a:solidFill>
                <a:srgbClr val="000000"/>
              </a:solidFill>
              <a:latin typeface="Poppins"/>
              <a:ea typeface="Poppins"/>
              <a:cs typeface="Poppins"/>
              <a:sym typeface="Poppins"/>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it, super easy.</a:t>
            </a:r>
            <a:endParaRPr b="1" sz="3200">
              <a:solidFill>
                <a:srgbClr val="000000"/>
              </a:solidFill>
              <a:latin typeface="Poppins"/>
              <a:ea typeface="Poppins"/>
              <a:cs typeface="Poppins"/>
              <a:sym typeface="Poppins"/>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why does that actually matter? Because of what sits above and below those 2 lines.</a:t>
            </a:r>
            <a:endParaRPr b="1" sz="3200">
              <a:solidFill>
                <a:srgbClr val="000000"/>
              </a:solidFill>
              <a:latin typeface="Poppins"/>
              <a:ea typeface="Poppins"/>
              <a:cs typeface="Poppins"/>
              <a:sym typeface="Poppins"/>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[Same chart. Stack order markers above the high, then below the low.]</a:t>
            </a:r>
            <a:endParaRPr b="1" i="1" sz="3200">
              <a:solidFill>
                <a:srgbClr val="000000"/>
              </a:solidFill>
              <a:latin typeface="Poppins"/>
              <a:ea typeface="Poppins"/>
              <a:cs typeface="Poppins"/>
              <a:sym typeface="Poppins"/>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 order is just you telling the market "if price gets here, I'm in"...</a:t>
            </a:r>
            <a:endParaRPr b="1" i="1" sz="3200">
              <a:solidFill>
                <a:srgbClr val="000000"/>
              </a:solidFill>
              <a:latin typeface="Poppins"/>
              <a:ea typeface="Poppins"/>
              <a:cs typeface="Poppins"/>
              <a:sym typeface="Poppins"/>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You set it…</a:t>
            </a:r>
            <a:endParaRPr b="1" i="1" sz="3200">
              <a:solidFill>
                <a:srgbClr val="000000"/>
              </a:solidFill>
              <a:latin typeface="Poppins"/>
              <a:ea typeface="Poppins"/>
              <a:cs typeface="Poppins"/>
              <a:sym typeface="Poppins"/>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You walk away, and it fires by itself when price arrives.</a:t>
            </a:r>
            <a:endParaRPr b="1" i="1" sz="3200">
              <a:solidFill>
                <a:srgbClr val="000000"/>
              </a:solidFill>
              <a:latin typeface="Poppins"/>
              <a:ea typeface="Poppins"/>
              <a:cs typeface="Poppins"/>
              <a:sym typeface="Poppins"/>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everyone looking at this chart can see that high and that low, same as you can, so they all leave their orders in roughly the same place.</a:t>
            </a:r>
            <a:endParaRPr b="1" i="1" sz="3200">
              <a:solidFill>
                <a:srgbClr val="000000"/>
              </a:solidFill>
              <a:latin typeface="Poppins"/>
              <a:ea typeface="Poppins"/>
              <a:cs typeface="Poppins"/>
              <a:sym typeface="Poppins"/>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Which means there's a stack of them sat right there, waiting to get filled.</a:t>
            </a:r>
            <a:endParaRPr b="1" i="1" sz="3200">
              <a:solidFill>
                <a:srgbClr val="000000"/>
              </a:solidFill>
              <a:latin typeface="Poppins"/>
              <a:ea typeface="Poppins"/>
              <a:cs typeface="Poppins"/>
              <a:sym typeface="Poppins"/>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all liquidity means. Orders waiting to get filled.</a:t>
            </a:r>
            <a:endParaRPr b="1" sz="3200">
              <a:solidFill>
                <a:srgbClr val="000000"/>
              </a:solidFill>
              <a:latin typeface="Poppins"/>
              <a:ea typeface="Poppins"/>
              <a:cs typeface="Poppins"/>
              <a:sym typeface="Poppins"/>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the market doesn't move to random places, it moves to where those orders are.</a:t>
            </a:r>
            <a:endParaRPr b="1" sz="3200">
              <a:solidFill>
                <a:srgbClr val="000000"/>
              </a:solidFill>
              <a:latin typeface="Poppins"/>
              <a:ea typeface="Poppins"/>
              <a:cs typeface="Poppins"/>
              <a:sym typeface="Poppins"/>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those 2 lines still don't tell you when any of it happens, because that box could be days wide.</a:t>
            </a:r>
            <a:endParaRPr b="1" sz="3200">
              <a:solidFill>
                <a:srgbClr val="000000"/>
              </a:solidFill>
              <a:latin typeface="Poppins"/>
              <a:ea typeface="Poppins"/>
              <a:cs typeface="Poppins"/>
              <a:sym typeface="Poppins"/>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exactly where my time based ranges come in.</a:t>
            </a:r>
            <a:endParaRPr b="1" sz="3200">
              <a:solidFill>
                <a:srgbClr val="000000"/>
              </a:solidFill>
              <a:latin typeface="Poppins"/>
              <a:ea typeface="Poppins"/>
              <a:cs typeface="Poppins"/>
              <a:sym typeface="Poppins"/>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 TESTIMONIALS</a:t>
            </a:r>
            <a:endParaRPr b="1" sz="3200">
              <a:solidFill>
                <a:srgbClr val="000000"/>
              </a:solidFill>
              <a:latin typeface="Poppins"/>
              <a:ea typeface="Poppins"/>
              <a:cs typeface="Poppins"/>
              <a:sym typeface="Poppins"/>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here are the times for 2 of them, for free.</a:t>
            </a:r>
            <a:endParaRPr b="1" sz="3200">
              <a:solidFill>
                <a:srgbClr val="000000"/>
              </a:solidFill>
              <a:latin typeface="Poppins"/>
              <a:ea typeface="Poppins"/>
              <a:cs typeface="Poppins"/>
              <a:sym typeface="Poppins"/>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My London range starts at 1:12 and finishes at 2:12, and New York runs 8:12 to 9:12, all Eastern Standard Time.</a:t>
            </a:r>
            <a:endParaRPr b="1" sz="3200">
              <a:solidFill>
                <a:srgbClr val="000000"/>
              </a:solidFill>
              <a:latin typeface="Poppins"/>
              <a:ea typeface="Poppins"/>
              <a:cs typeface="Poppins"/>
              <a:sym typeface="Poppins"/>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I'll work in New York today, because that's the one most of you can be awake for.</a:t>
            </a:r>
            <a:endParaRPr b="1" sz="3200">
              <a:solidFill>
                <a:srgbClr val="000000"/>
              </a:solidFill>
              <a:latin typeface="Poppins"/>
              <a:ea typeface="Poppins"/>
              <a:cs typeface="Poppins"/>
              <a:sym typeface="Poppins"/>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[Same chart. Drop the 8:12-9:12 box inside the dealing range. Mark its high and low.]</a:t>
            </a:r>
            <a:endParaRPr b="1" i="1" sz="3200">
              <a:solidFill>
                <a:srgbClr val="000000"/>
              </a:solidFill>
              <a:latin typeface="Poppins"/>
              <a:ea typeface="Poppins"/>
              <a:cs typeface="Poppins"/>
              <a:sym typeface="Poppins"/>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8:12 it starts, 9:12 it's done.</a:t>
            </a:r>
            <a:endParaRPr b="1" i="1" sz="3200">
              <a:solidFill>
                <a:srgbClr val="000000"/>
              </a:solidFill>
              <a:latin typeface="Poppins"/>
              <a:ea typeface="Poppins"/>
              <a:cs typeface="Poppins"/>
              <a:sym typeface="Poppins"/>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High there, low there. 2 more lines, and that's your time based range.</a:t>
            </a:r>
            <a:endParaRPr b="1" i="1" sz="3200">
              <a:solidFill>
                <a:srgbClr val="000000"/>
              </a:solidFill>
              <a:latin typeface="Poppins"/>
              <a:ea typeface="Poppins"/>
              <a:cs typeface="Poppins"/>
              <a:sym typeface="Poppins"/>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See how easy that is?</a:t>
            </a:r>
            <a:endParaRPr b="1" sz="3200">
              <a:solidFill>
                <a:srgbClr val="000000"/>
              </a:solidFill>
              <a:latin typeface="Poppins"/>
              <a:ea typeface="Poppins"/>
              <a:cs typeface="Poppins"/>
              <a:sym typeface="Poppins"/>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here's the rule that connects the 2 boxes, and it's the only rule in this step.</a:t>
            </a:r>
            <a:endParaRPr b="1" sz="3200">
              <a:solidFill>
                <a:srgbClr val="000000"/>
              </a:solidFill>
              <a:latin typeface="Poppins"/>
              <a:ea typeface="Poppins"/>
              <a:cs typeface="Poppins"/>
              <a:sym typeface="Poppins"/>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want to see my time based range form inside the dealing range, and if it hasn't,</a:t>
            </a:r>
            <a:endParaRPr b="1" sz="3200">
              <a:solidFill>
                <a:srgbClr val="000000"/>
              </a:solidFill>
              <a:latin typeface="Poppins"/>
              <a:ea typeface="Poppins"/>
              <a:cs typeface="Poppins"/>
              <a:sym typeface="Poppins"/>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I'm not interested.</a:t>
            </a:r>
            <a:endParaRPr b="1" sz="3200">
              <a:solidFill>
                <a:srgbClr val="000000"/>
              </a:solidFill>
              <a:latin typeface="Poppins"/>
              <a:ea typeface="Poppins"/>
              <a:cs typeface="Poppins"/>
              <a:sym typeface="Poppins"/>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remember what the dealing range gave you…</a:t>
            </a:r>
            <a:endParaRPr b="1" sz="3200">
              <a:solidFill>
                <a:srgbClr val="000000"/>
              </a:solidFill>
              <a:latin typeface="Poppins"/>
              <a:ea typeface="Poppins"/>
              <a:cs typeface="Poppins"/>
              <a:sym typeface="Poppins"/>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 stack of orders at the top and a stack at the bottom.</a:t>
            </a:r>
            <a:endParaRPr b="1" sz="3200">
              <a:solidFill>
                <a:srgbClr val="000000"/>
              </a:solidFill>
              <a:latin typeface="Poppins"/>
              <a:ea typeface="Poppins"/>
              <a:cs typeface="Poppins"/>
              <a:sym typeface="Poppins"/>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When my hour forms inside it, both of those stacks are still sitting there untouched…</a:t>
            </a:r>
            <a:endParaRPr b="1" sz="3200">
              <a:solidFill>
                <a:srgbClr val="000000"/>
              </a:solidFill>
              <a:latin typeface="Poppins"/>
              <a:ea typeface="Poppins"/>
              <a:cs typeface="Poppins"/>
              <a:sym typeface="Poppins"/>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Which means there's something above me to go and take, and something below me to go and take.</a:t>
            </a:r>
            <a:endParaRPr b="1" sz="3200">
              <a:solidFill>
                <a:srgbClr val="000000"/>
              </a:solidFill>
              <a:latin typeface="Poppins"/>
              <a:ea typeface="Poppins"/>
              <a:cs typeface="Poppins"/>
              <a:sym typeface="Poppins"/>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the trade.</a:t>
            </a:r>
            <a:endParaRPr b="1" sz="3200">
              <a:solidFill>
                <a:srgbClr val="000000"/>
              </a:solidFill>
              <a:latin typeface="Poppins"/>
              <a:ea typeface="Poppins"/>
              <a:cs typeface="Poppins"/>
              <a:sym typeface="Poppins"/>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Makes sense? Put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now you've got a box inside a box, and between them they tell you where the orders are and when the market's going to go for them.</a:t>
            </a:r>
            <a:endParaRPr b="1" sz="3200">
              <a:solidFill>
                <a:srgbClr val="000000"/>
              </a:solidFill>
              <a:latin typeface="Poppins"/>
              <a:ea typeface="Poppins"/>
              <a:cs typeface="Poppins"/>
              <a:sym typeface="Poppins"/>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neither one tells you which way it's actually going…</a:t>
            </a:r>
            <a:endParaRPr b="1" sz="3200">
              <a:solidFill>
                <a:srgbClr val="000000"/>
              </a:solidFill>
              <a:latin typeface="Poppins"/>
              <a:ea typeface="Poppins"/>
              <a:cs typeface="Poppins"/>
              <a:sym typeface="Poppins"/>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let's get into step 2, the bias….</a:t>
            </a:r>
            <a:endParaRPr b="1" sz="3200">
              <a:solidFill>
                <a:srgbClr val="000000"/>
              </a:solidFill>
              <a:latin typeface="Poppins"/>
              <a:ea typeface="Poppins"/>
              <a:cs typeface="Poppins"/>
              <a:sym typeface="Poppins"/>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We’ll just let the market tell us where it’s headed.</a:t>
            </a:r>
            <a:endParaRPr b="1" sz="3200">
              <a:solidFill>
                <a:srgbClr val="000000"/>
              </a:solidFill>
              <a:latin typeface="Poppins"/>
              <a:ea typeface="Poppins"/>
              <a:cs typeface="Poppins"/>
              <a:sym typeface="Poppins"/>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STEP 2: THE BIAS</a:t>
            </a:r>
            <a:endParaRPr b="1" sz="3200">
              <a:solidFill>
                <a:srgbClr val="000000"/>
              </a:solidFill>
              <a:latin typeface="Poppins"/>
              <a:ea typeface="Poppins"/>
              <a:cs typeface="Poppins"/>
              <a:sym typeface="Poppins"/>
            </a:endParaRPr>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we've got our 2 boxes, and they tell us where the orders are and when the market's going to go for them.</a:t>
            </a:r>
            <a:endParaRPr b="1" sz="3200">
              <a:solidFill>
                <a:srgbClr val="000000"/>
              </a:solidFill>
              <a:latin typeface="Poppins"/>
              <a:ea typeface="Poppins"/>
              <a:cs typeface="Poppins"/>
              <a:sym typeface="Poppins"/>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What they don't tell us yet is which way we're trading.</a:t>
            </a:r>
            <a:endParaRPr b="1" sz="3200">
              <a:solidFill>
                <a:srgbClr val="000000"/>
              </a:solidFill>
              <a:latin typeface="Poppins"/>
              <a:ea typeface="Poppins"/>
              <a:cs typeface="Poppins"/>
              <a:sym typeface="Poppins"/>
            </a:endParaRPr>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this is the part everyone assumes is the hard part, because everybody will tell you that you can't predict the market.</a:t>
            </a:r>
            <a:endParaRPr b="1" sz="3200">
              <a:solidFill>
                <a:srgbClr val="000000"/>
              </a:solidFill>
              <a:latin typeface="Poppins"/>
              <a:ea typeface="Poppins"/>
              <a:cs typeface="Poppins"/>
              <a:sym typeface="Poppins"/>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not true...</a:t>
            </a:r>
            <a:endParaRPr b="1" sz="3200">
              <a:solidFill>
                <a:srgbClr val="000000"/>
              </a:solidFill>
              <a:latin typeface="Poppins"/>
              <a:ea typeface="Poppins"/>
              <a:cs typeface="Poppins"/>
              <a:sym typeface="Poppins"/>
            </a:endParaRPr>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Predicting is exactly what we're doing here… it's the whole point.</a:t>
            </a:r>
            <a:endParaRPr b="1" sz="3200">
              <a:solidFill>
                <a:srgbClr val="000000"/>
              </a:solidFill>
              <a:latin typeface="Poppins"/>
              <a:ea typeface="Poppins"/>
              <a:cs typeface="Poppins"/>
              <a:sym typeface="Poppins"/>
            </a:endParaRPr>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difference is WHAT you're predicting from.</a:t>
            </a:r>
            <a:endParaRPr b="1" sz="3200">
              <a:solidFill>
                <a:srgbClr val="000000"/>
              </a:solidFill>
              <a:latin typeface="Poppins"/>
              <a:ea typeface="Poppins"/>
              <a:cs typeface="Poppins"/>
              <a:sym typeface="Poppins"/>
            </a:endParaRPr>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Most traders just predict from an opinion…</a:t>
            </a:r>
            <a:endParaRPr b="1" sz="3200">
              <a:solidFill>
                <a:srgbClr val="000000"/>
              </a:solidFill>
              <a:latin typeface="Poppins"/>
              <a:ea typeface="Poppins"/>
              <a:cs typeface="Poppins"/>
              <a:sym typeface="Poppins"/>
            </a:endParaRPr>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They check the news, glance at a higher timeframe, decide the market feels bearish, and hope they're right.</a:t>
            </a:r>
            <a:endParaRPr b="1" sz="3200">
              <a:solidFill>
                <a:srgbClr val="000000"/>
              </a:solidFill>
              <a:latin typeface="Poppins"/>
              <a:ea typeface="Poppins"/>
              <a:cs typeface="Poppins"/>
              <a:sym typeface="Poppins"/>
            </a:endParaRPr>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not a prediction.</a:t>
            </a:r>
            <a:endParaRPr b="1" sz="3200">
              <a:solidFill>
                <a:srgbClr val="000000"/>
              </a:solidFill>
              <a:latin typeface="Poppins"/>
              <a:ea typeface="Poppins"/>
              <a:cs typeface="Poppins"/>
              <a:sym typeface="Poppins"/>
            </a:endParaRPr>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a guess with a nicer word on it.</a:t>
            </a:r>
            <a:endParaRPr b="1" sz="3200">
              <a:solidFill>
                <a:srgbClr val="000000"/>
              </a:solidFill>
              <a:latin typeface="Poppins"/>
              <a:ea typeface="Poppins"/>
              <a:cs typeface="Poppins"/>
              <a:sym typeface="Poppins"/>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here's what that actually looked like on a normal day a couple of years ago:</a:t>
            </a:r>
            <a:endParaRPr b="1" sz="3200">
              <a:solidFill>
                <a:srgbClr val="000000"/>
              </a:solidFill>
              <a:latin typeface="Poppins"/>
              <a:ea typeface="Poppins"/>
              <a:cs typeface="Poppins"/>
              <a:sym typeface="Poppins"/>
            </a:endParaRPr>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Market spikes</a:t>
            </a:r>
            <a:endParaRPr b="1" sz="3200">
              <a:solidFill>
                <a:srgbClr val="000000"/>
              </a:solidFill>
              <a:latin typeface="Poppins"/>
              <a:ea typeface="Poppins"/>
              <a:cs typeface="Poppins"/>
              <a:sym typeface="Poppins"/>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buy</a:t>
            </a:r>
            <a:endParaRPr b="1" sz="3200">
              <a:solidFill>
                <a:srgbClr val="000000"/>
              </a:solidFill>
              <a:latin typeface="Poppins"/>
              <a:ea typeface="Poppins"/>
              <a:cs typeface="Poppins"/>
              <a:sym typeface="Poppins"/>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 reverses</a:t>
            </a:r>
            <a:endParaRPr b="1" sz="3200">
              <a:solidFill>
                <a:srgbClr val="000000"/>
              </a:solidFill>
              <a:latin typeface="Poppins"/>
              <a:ea typeface="Poppins"/>
              <a:cs typeface="Poppins"/>
              <a:sym typeface="Poppins"/>
            </a:endParaRPr>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Stops you out</a:t>
            </a:r>
            <a:endParaRPr b="1" sz="3200">
              <a:solidFill>
                <a:srgbClr val="000000"/>
              </a:solidFill>
              <a:latin typeface="Poppins"/>
              <a:ea typeface="Poppins"/>
              <a:cs typeface="Poppins"/>
              <a:sym typeface="Poppins"/>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You're annoyed, so you flip and sell</a:t>
            </a:r>
            <a:endParaRPr b="1" sz="3200">
              <a:solidFill>
                <a:srgbClr val="000000"/>
              </a:solidFill>
              <a:latin typeface="Poppins"/>
              <a:ea typeface="Poppins"/>
              <a:cs typeface="Poppins"/>
              <a:sym typeface="Poppins"/>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it reverses again</a:t>
            </a:r>
            <a:endParaRPr b="1" sz="3200">
              <a:solidFill>
                <a:srgbClr val="000000"/>
              </a:solidFill>
              <a:latin typeface="Poppins"/>
              <a:ea typeface="Poppins"/>
              <a:cs typeface="Poppins"/>
              <a:sym typeface="Poppins"/>
            </a:endParaRPr>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Anyone done that? Put a 1 in the chat.</a:t>
            </a:r>
            <a:endParaRPr b="1" sz="3200">
              <a:solidFill>
                <a:srgbClr val="000000"/>
              </a:solidFill>
              <a:latin typeface="Poppins"/>
              <a:ea typeface="Poppins"/>
              <a:cs typeface="Poppins"/>
              <a:sym typeface="Poppins"/>
            </a:endParaRPr>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big problem is you're making the biggest decision of your entire day in the most violent 30 seconds of the session…</a:t>
            </a:r>
            <a:endParaRPr b="1" sz="3200">
              <a:solidFill>
                <a:srgbClr val="000000"/>
              </a:solidFill>
              <a:latin typeface="Poppins"/>
              <a:ea typeface="Poppins"/>
              <a:cs typeface="Poppins"/>
              <a:sym typeface="Poppins"/>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With nothing in front of you to base it on.</a:t>
            </a:r>
            <a:endParaRPr b="1" sz="3200">
              <a:solidFill>
                <a:srgbClr val="000000"/>
              </a:solidFill>
              <a:latin typeface="Poppins"/>
              <a:ea typeface="Poppins"/>
              <a:cs typeface="Poppins"/>
              <a:sym typeface="Poppins"/>
            </a:endParaRPr>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Nobody makes a good decision in that state… nobody.</a:t>
            </a:r>
            <a:endParaRPr b="1" sz="3200">
              <a:solidFill>
                <a:srgbClr val="000000"/>
              </a:solidFill>
              <a:latin typeface="Poppins"/>
              <a:ea typeface="Poppins"/>
              <a:cs typeface="Poppins"/>
              <a:sym typeface="Poppins"/>
            </a:endParaRPr>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here's what we do instead, and this is the part that took the pressure off me completely.</a:t>
            </a:r>
            <a:endParaRPr b="1" sz="3200">
              <a:solidFill>
                <a:srgbClr val="000000"/>
              </a:solidFill>
              <a:latin typeface="Poppins"/>
              <a:ea typeface="Poppins"/>
              <a:cs typeface="Poppins"/>
              <a:sym typeface="Poppins"/>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We don't predict before the market has shown us anything.</a:t>
            </a:r>
            <a:endParaRPr b="1" sz="3200">
              <a:solidFill>
                <a:srgbClr val="000000"/>
              </a:solidFill>
              <a:latin typeface="Poppins"/>
              <a:ea typeface="Poppins"/>
              <a:cs typeface="Poppins"/>
              <a:sym typeface="Poppins"/>
            </a:endParaRP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We wait for it to do one specific thing first, and then we anticipate what comes next.</a:t>
            </a:r>
            <a:endParaRPr b="1" sz="3200">
              <a:solidFill>
                <a:srgbClr val="000000"/>
              </a:solidFill>
              <a:latin typeface="Poppins"/>
              <a:ea typeface="Poppins"/>
              <a:cs typeface="Poppins"/>
              <a:sym typeface="Poppins"/>
            </a:endParaRP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before the market can make a real move in either direction, up OR down…</a:t>
            </a:r>
            <a:endParaRPr b="1" sz="3200">
              <a:solidFill>
                <a:srgbClr val="000000"/>
              </a:solidFill>
              <a:latin typeface="Poppins"/>
              <a:ea typeface="Poppins"/>
              <a:cs typeface="Poppins"/>
              <a:sym typeface="Poppins"/>
            </a:endParaRP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 has to go and collect the orders sat on one side.</a:t>
            </a:r>
            <a:endParaRPr b="1" sz="3200">
              <a:solidFill>
                <a:srgbClr val="000000"/>
              </a:solidFill>
              <a:latin typeface="Poppins"/>
              <a:ea typeface="Poppins"/>
              <a:cs typeface="Poppins"/>
              <a:sym typeface="Poppins"/>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you already know exactly where those orders are, because you marked them in step 1.</a:t>
            </a:r>
            <a:endParaRPr b="1" sz="3200">
              <a:solidFill>
                <a:srgbClr val="000000"/>
              </a:solidFill>
              <a:latin typeface="Poppins"/>
              <a:ea typeface="Poppins"/>
              <a:cs typeface="Poppins"/>
              <a:sym typeface="Poppins"/>
            </a:endParaRP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the market is about to walk into one of your boxes, and the second it does, you can anticipate where it's going next.</a:t>
            </a:r>
            <a:endParaRPr b="1" sz="3200">
              <a:solidFill>
                <a:srgbClr val="000000"/>
              </a:solidFill>
              <a:latin typeface="Poppins"/>
              <a:ea typeface="Poppins"/>
              <a:cs typeface="Poppins"/>
              <a:sym typeface="Poppins"/>
            </a:endParaRPr>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the difference between a reactive trader and an anticipative one.</a:t>
            </a:r>
            <a:endParaRPr b="1" sz="3200">
              <a:solidFill>
                <a:srgbClr val="000000"/>
              </a:solidFill>
              <a:latin typeface="Poppins"/>
              <a:ea typeface="Poppins"/>
              <a:cs typeface="Poppins"/>
              <a:sym typeface="Poppins"/>
            </a:endParaRPr>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by the end of this section you'll sit down at 9:29 tomorrow, watch one thing happen…</a:t>
            </a:r>
            <a:endParaRPr b="1" sz="3200">
              <a:solidFill>
                <a:srgbClr val="000000"/>
              </a:solidFill>
              <a:latin typeface="Poppins"/>
              <a:ea typeface="Poppins"/>
              <a:cs typeface="Poppins"/>
              <a:sym typeface="Poppins"/>
            </a:endParaRP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know whether you're a buyer or a seller today, with an actual reason behind it.</a:t>
            </a:r>
            <a:endParaRPr b="1" sz="3200">
              <a:solidFill>
                <a:srgbClr val="000000"/>
              </a:solidFill>
              <a:latin typeface="Poppins"/>
              <a:ea typeface="Poppins"/>
              <a:cs typeface="Poppins"/>
              <a:sym typeface="Poppins"/>
            </a:endParaRPr>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Sounds good?</a:t>
            </a:r>
            <a:endParaRPr b="1" sz="3200">
              <a:solidFill>
                <a:srgbClr val="000000"/>
              </a:solidFill>
              <a:latin typeface="Poppins"/>
              <a:ea typeface="Poppins"/>
              <a:cs typeface="Poppins"/>
              <a:sym typeface="Poppins"/>
            </a:endParaRP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2 things have to happen, and they happen in this order.</a:t>
            </a:r>
            <a:endParaRPr b="1" sz="3200">
              <a:solidFill>
                <a:srgbClr val="000000"/>
              </a:solidFill>
              <a:latin typeface="Poppins"/>
              <a:ea typeface="Poppins"/>
              <a:cs typeface="Poppins"/>
              <a:sym typeface="Poppins"/>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[Both on screen.]</a:t>
            </a:r>
            <a:endParaRPr b="1" i="1" sz="3200">
              <a:solidFill>
                <a:srgbClr val="000000"/>
              </a:solidFill>
              <a:latin typeface="Poppins"/>
              <a:ea typeface="Poppins"/>
              <a:cs typeface="Poppins"/>
              <a:sym typeface="Poppins"/>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One side of your time based range gets taken… that's your bias</a:t>
            </a:r>
            <a:endParaRPr b="1" sz="3200">
              <a:solidFill>
                <a:srgbClr val="000000"/>
              </a:solidFill>
              <a:latin typeface="Poppins"/>
              <a:ea typeface="Poppins"/>
              <a:cs typeface="Poppins"/>
              <a:sym typeface="Poppins"/>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Then the dealing range extreme has to go too</a:t>
            </a:r>
            <a:endParaRPr b="1" sz="3200">
              <a:solidFill>
                <a:srgbClr val="000000"/>
              </a:solidFill>
              <a:latin typeface="Poppins"/>
              <a:ea typeface="Poppins"/>
              <a:cs typeface="Poppins"/>
              <a:sym typeface="Poppins"/>
            </a:endParaRPr>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One side gets taken, and that's your bias.</a:t>
            </a:r>
            <a:endParaRPr b="1" sz="3200">
              <a:solidFill>
                <a:srgbClr val="000000"/>
              </a:solidFill>
              <a:latin typeface="Poppins"/>
              <a:ea typeface="Poppins"/>
              <a:cs typeface="Poppins"/>
              <a:sym typeface="Poppins"/>
            </a:endParaRPr>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We start with the inner box, because that's the one that gets hit first.</a:t>
            </a:r>
            <a:endParaRPr b="1" sz="3200">
              <a:solidFill>
                <a:srgbClr val="000000"/>
              </a:solidFill>
              <a:latin typeface="Poppins"/>
              <a:ea typeface="Poppins"/>
              <a:cs typeface="Poppins"/>
              <a:sym typeface="Poppins"/>
            </a:endParaRPr>
          </a:p>
        </p:txBody>
      </p:sp>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[Anchor day. Price trades below the low of the range.]</a:t>
            </a:r>
            <a:endParaRPr b="1" i="1" sz="3200">
              <a:solidFill>
                <a:srgbClr val="000000"/>
              </a:solidFill>
              <a:latin typeface="Poppins"/>
              <a:ea typeface="Poppins"/>
              <a:cs typeface="Poppins"/>
              <a:sym typeface="Poppins"/>
            </a:endParaRPr>
          </a:p>
        </p:txBody>
      </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We take out the high, and automatically my bias is bearish.</a:t>
            </a:r>
            <a:endParaRPr b="1" i="1" sz="3200">
              <a:solidFill>
                <a:srgbClr val="000000"/>
              </a:solidFill>
              <a:latin typeface="Poppins"/>
              <a:ea typeface="Poppins"/>
              <a:cs typeface="Poppins"/>
              <a:sym typeface="Poppins"/>
            </a:endParaRPr>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We take out the low, and automatically my bias is bullish.</a:t>
            </a:r>
            <a:endParaRPr b="1" i="1" sz="3200">
              <a:solidFill>
                <a:srgbClr val="000000"/>
              </a:solidFill>
              <a:latin typeface="Poppins"/>
              <a:ea typeface="Poppins"/>
              <a:cs typeface="Poppins"/>
              <a:sym typeface="Poppins"/>
            </a:endParaRPr>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So here, the low goes… which means I'm a buyer.</a:t>
            </a:r>
            <a:endParaRPr b="1" i="1" sz="3200">
              <a:solidFill>
                <a:srgbClr val="000000"/>
              </a:solidFill>
              <a:latin typeface="Poppins"/>
              <a:ea typeface="Poppins"/>
              <a:cs typeface="Poppins"/>
              <a:sym typeface="Poppins"/>
            </a:endParaRPr>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reason behind it is pretty simple:</a:t>
            </a:r>
            <a:endParaRPr b="1" sz="3200">
              <a:solidFill>
                <a:srgbClr val="000000"/>
              </a:solidFill>
              <a:latin typeface="Poppins"/>
              <a:ea typeface="Poppins"/>
              <a:cs typeface="Poppins"/>
              <a:sym typeface="Poppins"/>
            </a:endParaRPr>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Remember what we said is sitting below that low?</a:t>
            </a:r>
            <a:endParaRPr b="1" sz="3200">
              <a:solidFill>
                <a:srgbClr val="000000"/>
              </a:solidFill>
              <a:latin typeface="Poppins"/>
              <a:ea typeface="Poppins"/>
              <a:cs typeface="Poppins"/>
              <a:sym typeface="Poppins"/>
            </a:endParaRPr>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 stack of sell orders, from people selling the breakdown and people getting stopped out.</a:t>
            </a:r>
            <a:endParaRPr b="1" sz="3200">
              <a:solidFill>
                <a:srgbClr val="000000"/>
              </a:solidFill>
              <a:latin typeface="Poppins"/>
              <a:ea typeface="Poppins"/>
              <a:cs typeface="Poppins"/>
              <a:sym typeface="Poppins"/>
            </a:endParaRPr>
          </a:p>
        </p:txBody>
      </p:sp>
    </p:spTree>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if you wanted to buy a big position, where would you go?</a:t>
            </a:r>
            <a:endParaRPr b="1" sz="3200">
              <a:solidFill>
                <a:srgbClr val="000000"/>
              </a:solidFill>
              <a:latin typeface="Poppins"/>
              <a:ea typeface="Poppins"/>
              <a:cs typeface="Poppins"/>
              <a:sym typeface="Poppins"/>
            </a:endParaRPr>
          </a:p>
        </p:txBody>
      </p:sp>
    </p:spTree>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You'd go to where the sellers are, because you can't buy anything unless somebody is selling it to you.</a:t>
            </a:r>
            <a:endParaRPr b="1" sz="3200">
              <a:solidFill>
                <a:srgbClr val="000000"/>
              </a:solidFill>
              <a:latin typeface="Poppins"/>
              <a:ea typeface="Poppins"/>
              <a:cs typeface="Poppins"/>
              <a:sym typeface="Poppins"/>
            </a:endParaRPr>
          </a:p>
        </p:txBody>
      </p:sp>
    </p:spTree>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[Let it run. Breaks the low, everything says sell, then it reverses and runs the other way.]</a:t>
            </a:r>
            <a:endParaRPr b="1" i="1" sz="3200">
              <a:solidFill>
                <a:srgbClr val="000000"/>
              </a:solidFill>
              <a:latin typeface="Poppins"/>
              <a:ea typeface="Poppins"/>
              <a:cs typeface="Poppins"/>
              <a:sym typeface="Poppins"/>
            </a:endParaRPr>
          </a:p>
        </p:txBody>
      </p:sp>
    </p:spTree>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So price dips below the low, all those sell orders go off at once, somebody buys the lot…</a:t>
            </a:r>
            <a:endParaRPr b="1" i="1" sz="3200">
              <a:solidFill>
                <a:srgbClr val="000000"/>
              </a:solidFill>
              <a:latin typeface="Poppins"/>
              <a:ea typeface="Poppins"/>
              <a:cs typeface="Poppins"/>
              <a:sym typeface="Poppins"/>
            </a:endParaRPr>
          </a:p>
        </p:txBody>
      </p:sp>
    </p:spTree>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now they've got what they came for, so price goes up.</a:t>
            </a:r>
            <a:endParaRPr b="1" i="1" sz="3200">
              <a:solidFill>
                <a:srgbClr val="000000"/>
              </a:solidFill>
              <a:latin typeface="Poppins"/>
              <a:ea typeface="Poppins"/>
              <a:cs typeface="Poppins"/>
              <a:sym typeface="Poppins"/>
            </a:endParaRPr>
          </a:p>
        </p:txBody>
      </p:sp>
    </p:spTree>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it.</a:t>
            </a:r>
            <a:endParaRPr b="1" sz="3200">
              <a:solidFill>
                <a:srgbClr val="000000"/>
              </a:solidFill>
              <a:latin typeface="Poppins"/>
              <a:ea typeface="Poppins"/>
              <a:cs typeface="Poppins"/>
              <a:sym typeface="Poppins"/>
            </a:endParaRPr>
          </a:p>
        </p:txBody>
      </p:sp>
    </p:spTree>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the whole thing.</a:t>
            </a:r>
            <a:endParaRPr b="1" sz="3200">
              <a:solidFill>
                <a:srgbClr val="000000"/>
              </a:solidFill>
              <a:latin typeface="Poppins"/>
              <a:ea typeface="Poppins"/>
              <a:cs typeface="Poppins"/>
              <a:sym typeface="Poppins"/>
            </a:endParaRPr>
          </a:p>
        </p:txBody>
      </p:sp>
    </p:spTree>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dip wasn't the move… the dip was somebody getting filled.</a:t>
            </a:r>
            <a:endParaRPr b="1" sz="3200">
              <a:solidFill>
                <a:srgbClr val="000000"/>
              </a:solidFill>
              <a:latin typeface="Poppins"/>
              <a:ea typeface="Poppins"/>
              <a:cs typeface="Poppins"/>
              <a:sym typeface="Poppins"/>
            </a:endParaRPr>
          </a:p>
        </p:txBody>
      </p:sp>
    </p:spTree>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think about how many of your losing trades that just explained.</a:t>
            </a:r>
            <a:endParaRPr b="1" sz="3200">
              <a:solidFill>
                <a:srgbClr val="000000"/>
              </a:solidFill>
              <a:latin typeface="Poppins"/>
              <a:ea typeface="Poppins"/>
              <a:cs typeface="Poppins"/>
              <a:sym typeface="Poppins"/>
            </a:endParaRPr>
          </a:p>
        </p:txBody>
      </p:sp>
    </p:spTree>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sold the low and it went straight back up.</a:t>
            </a:r>
            <a:endParaRPr b="1" sz="3200">
              <a:solidFill>
                <a:srgbClr val="000000"/>
              </a:solidFill>
              <a:latin typeface="Poppins"/>
              <a:ea typeface="Poppins"/>
              <a:cs typeface="Poppins"/>
              <a:sym typeface="Poppins"/>
            </a:endParaRPr>
          </a:p>
        </p:txBody>
      </p:sp>
    </p:spTree>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bought the high and it went straight back down.</a:t>
            </a:r>
            <a:endParaRPr b="1" sz="3200">
              <a:solidFill>
                <a:srgbClr val="000000"/>
              </a:solidFill>
              <a:latin typeface="Poppins"/>
              <a:ea typeface="Poppins"/>
              <a:cs typeface="Poppins"/>
              <a:sym typeface="Poppins"/>
            </a:endParaRPr>
          </a:p>
        </p:txBody>
      </p:sp>
    </p:spTree>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weren't unlucky, you were just on the wrong side of it…</a:t>
            </a:r>
            <a:endParaRPr b="1" sz="3200">
              <a:solidFill>
                <a:srgbClr val="000000"/>
              </a:solidFill>
              <a:latin typeface="Poppins"/>
              <a:ea typeface="Poppins"/>
              <a:cs typeface="Poppins"/>
              <a:sym typeface="Poppins"/>
            </a:endParaRPr>
          </a:p>
        </p:txBody>
      </p:sp>
    </p:spTree>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9 times out of 10, you become the liquidity.</a:t>
            </a:r>
            <a:endParaRPr b="1" sz="3200">
              <a:solidFill>
                <a:srgbClr val="000000"/>
              </a:solidFill>
              <a:latin typeface="Poppins"/>
              <a:ea typeface="Poppins"/>
              <a:cs typeface="Poppins"/>
              <a:sym typeface="Poppins"/>
            </a:endParaRPr>
          </a:p>
        </p:txBody>
      </p:sp>
    </p:spTree>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Then the dealing range extreme has to go too.</a:t>
            </a:r>
            <a:endParaRPr b="1" sz="3200">
              <a:solidFill>
                <a:srgbClr val="000000"/>
              </a:solidFill>
              <a:latin typeface="Poppins"/>
              <a:ea typeface="Poppins"/>
              <a:cs typeface="Poppins"/>
              <a:sym typeface="Poppins"/>
            </a:endParaRPr>
          </a:p>
        </p:txBody>
      </p:sp>
    </p:spTree>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the inner TBR box on its own isn't enough.</a:t>
            </a:r>
            <a:endParaRPr b="1" sz="3200">
              <a:solidFill>
                <a:srgbClr val="000000"/>
              </a:solidFill>
              <a:latin typeface="Poppins"/>
              <a:ea typeface="Poppins"/>
              <a:cs typeface="Poppins"/>
              <a:sym typeface="Poppins"/>
            </a:endParaRPr>
          </a:p>
        </p:txBody>
      </p:sp>
    </p:spTree>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Remember the outer box, the one we drew first? The Dealing range?</a:t>
            </a:r>
            <a:endParaRPr b="1" sz="3200">
              <a:solidFill>
                <a:srgbClr val="000000"/>
              </a:solidFill>
              <a:latin typeface="Poppins"/>
              <a:ea typeface="Poppins"/>
              <a:cs typeface="Poppins"/>
              <a:sym typeface="Poppins"/>
            </a:endParaRPr>
          </a:p>
        </p:txBody>
      </p:sp>
    </p:spTree>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 has to get taken as well.</a:t>
            </a:r>
            <a:endParaRPr b="1" sz="3200">
              <a:solidFill>
                <a:srgbClr val="000000"/>
              </a:solidFill>
              <a:latin typeface="Poppins"/>
              <a:ea typeface="Poppins"/>
              <a:cs typeface="Poppins"/>
              <a:sym typeface="Poppins"/>
            </a:endParaRPr>
          </a:p>
        </p:txBody>
      </p:sp>
    </p:spTree>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[Same chart. TBR high taken first. Then price runs the dealing range high. Mark both in order.]</a:t>
            </a:r>
            <a:endParaRPr b="1" i="1" sz="3200">
              <a:solidFill>
                <a:srgbClr val="000000"/>
              </a:solidFill>
              <a:latin typeface="Poppins"/>
              <a:ea typeface="Poppins"/>
              <a:cs typeface="Poppins"/>
              <a:sym typeface="Poppins"/>
            </a:endParaRPr>
          </a:p>
        </p:txBody>
      </p:sp>
    </p:spTree>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There's the high of my time based range going… that's the inner box.</a:t>
            </a:r>
            <a:endParaRPr b="1" i="1" sz="3200">
              <a:solidFill>
                <a:srgbClr val="000000"/>
              </a:solidFill>
              <a:latin typeface="Poppins"/>
              <a:ea typeface="Poppins"/>
              <a:cs typeface="Poppins"/>
              <a:sym typeface="Poppins"/>
            </a:endParaRPr>
          </a:p>
        </p:txBody>
      </p:sp>
    </p:spTree>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Now you don't just sell blindly there.</a:t>
            </a:r>
            <a:endParaRPr b="1" i="1" sz="3200">
              <a:solidFill>
                <a:srgbClr val="000000"/>
              </a:solidFill>
              <a:latin typeface="Poppins"/>
              <a:ea typeface="Poppins"/>
              <a:cs typeface="Poppins"/>
              <a:sym typeface="Poppins"/>
            </a:endParaRPr>
          </a:p>
        </p:txBody>
      </p:sp>
    </p:spTree>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You wait for the market to run above the extreme of the dealing range as well, the outer box.</a:t>
            </a:r>
            <a:endParaRPr b="1" i="1" sz="3200">
              <a:solidFill>
                <a:srgbClr val="000000"/>
              </a:solidFill>
              <a:latin typeface="Poppins"/>
              <a:ea typeface="Poppins"/>
              <a:cs typeface="Poppins"/>
              <a:sym typeface="Poppins"/>
            </a:endParaRPr>
          </a:p>
        </p:txBody>
      </p:sp>
    </p:spTree>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Once it runs that high, then you can trust selling setups.</a:t>
            </a:r>
            <a:endParaRPr b="1" i="1" sz="3200">
              <a:solidFill>
                <a:srgbClr val="000000"/>
              </a:solidFill>
              <a:latin typeface="Poppins"/>
              <a:ea typeface="Poppins"/>
              <a:cs typeface="Poppins"/>
              <a:sym typeface="Poppins"/>
            </a:endParaRPr>
          </a:p>
        </p:txBody>
      </p:sp>
    </p:spTree>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levels swept…</a:t>
            </a:r>
            <a:endParaRPr b="1" sz="3200">
              <a:solidFill>
                <a:srgbClr val="000000"/>
              </a:solidFill>
              <a:latin typeface="Poppins"/>
              <a:ea typeface="Poppins"/>
              <a:cs typeface="Poppins"/>
              <a:sym typeface="Poppins"/>
            </a:endParaRPr>
          </a:p>
        </p:txBody>
      </p:sp>
    </p:spTree>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call that a double break…</a:t>
            </a:r>
            <a:endParaRPr b="1" sz="3200">
              <a:solidFill>
                <a:srgbClr val="000000"/>
              </a:solidFill>
              <a:latin typeface="Poppins"/>
              <a:ea typeface="Poppins"/>
              <a:cs typeface="Poppins"/>
              <a:sym typeface="Poppins"/>
            </a:endParaRPr>
          </a:p>
        </p:txBody>
      </p:sp>
    </p:spTree>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once both have gone, you know exactly where you're headed.</a:t>
            </a:r>
            <a:endParaRPr b="1" sz="3200">
              <a:solidFill>
                <a:srgbClr val="000000"/>
              </a:solidFill>
              <a:latin typeface="Poppins"/>
              <a:ea typeface="Poppins"/>
              <a:cs typeface="Poppins"/>
              <a:sym typeface="Poppins"/>
            </a:endParaRPr>
          </a:p>
        </p:txBody>
      </p:sp>
    </p:spTree>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opposing end.</a:t>
            </a:r>
            <a:endParaRPr b="1" sz="3200">
              <a:solidFill>
                <a:srgbClr val="000000"/>
              </a:solidFill>
              <a:latin typeface="Poppins"/>
              <a:ea typeface="Poppins"/>
              <a:cs typeface="Poppins"/>
              <a:sym typeface="Poppins"/>
            </a:endParaRPr>
          </a:p>
        </p:txBody>
      </p:sp>
    </p:spTree>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[Mark the opposing end. Draw the arrow from the sweep to it.]</a:t>
            </a:r>
            <a:endParaRPr b="1" i="1" sz="3200">
              <a:solidFill>
                <a:srgbClr val="000000"/>
              </a:solidFill>
              <a:latin typeface="Poppins"/>
              <a:ea typeface="Poppins"/>
              <a:cs typeface="Poppins"/>
              <a:sym typeface="Poppins"/>
            </a:endParaRPr>
          </a:p>
        </p:txBody>
      </p:sp>
    </p:spTree>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Sweep one side, trade to the other side.</a:t>
            </a:r>
            <a:endParaRPr b="1" i="1" sz="3200">
              <a:solidFill>
                <a:srgbClr val="000000"/>
              </a:solidFill>
              <a:latin typeface="Poppins"/>
              <a:ea typeface="Poppins"/>
              <a:cs typeface="Poppins"/>
              <a:sym typeface="Poppins"/>
            </a:endParaRPr>
          </a:p>
        </p:txBody>
      </p:sp>
    </p:spTree>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the trade.</a:t>
            </a:r>
            <a:endParaRPr b="1" i="1" sz="3200">
              <a:solidFill>
                <a:srgbClr val="000000"/>
              </a:solidFill>
              <a:latin typeface="Poppins"/>
              <a:ea typeface="Poppins"/>
              <a:cs typeface="Poppins"/>
              <a:sym typeface="Poppins"/>
            </a:endParaRPr>
          </a:p>
        </p:txBody>
      </p:sp>
    </p:spTree>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now this is where I'm going to do something nobody else in this industry does.</a:t>
            </a:r>
            <a:endParaRPr b="1" sz="3200">
              <a:solidFill>
                <a:srgbClr val="000000"/>
              </a:solidFill>
              <a:latin typeface="Poppins"/>
              <a:ea typeface="Poppins"/>
              <a:cs typeface="Poppins"/>
              <a:sym typeface="Poppins"/>
            </a:endParaRPr>
          </a:p>
        </p:txBody>
      </p:sp>
    </p:spTree>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every guru online tells you their system works, and then shows you nothing…</a:t>
            </a:r>
            <a:endParaRPr b="1" sz="3200">
              <a:solidFill>
                <a:srgbClr val="000000"/>
              </a:solidFill>
              <a:latin typeface="Poppins"/>
              <a:ea typeface="Poppins"/>
              <a:cs typeface="Poppins"/>
              <a:sym typeface="Poppins"/>
            </a:endParaRPr>
          </a:p>
        </p:txBody>
      </p:sp>
    </p:spTree>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just have to take their word for it.</a:t>
            </a:r>
            <a:endParaRPr b="1" sz="3200">
              <a:solidFill>
                <a:srgbClr val="000000"/>
              </a:solidFill>
              <a:latin typeface="Poppins"/>
              <a:ea typeface="Poppins"/>
              <a:cs typeface="Poppins"/>
              <a:sym typeface="Poppins"/>
            </a:endParaRPr>
          </a:p>
        </p:txBody>
      </p:sp>
    </p:spTree>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I'm not going to do that, I’ll show you verified 3rd party data so you can see for yourself.</a:t>
            </a:r>
            <a:endParaRPr b="1" sz="3200">
              <a:solidFill>
                <a:srgbClr val="000000"/>
              </a:solidFill>
              <a:latin typeface="Poppins"/>
              <a:ea typeface="Poppins"/>
              <a:cs typeface="Poppins"/>
              <a:sym typeface="Poppins"/>
            </a:endParaRPr>
          </a:p>
        </p:txBody>
      </p:sp>
    </p:spTree>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SHOW DATA</a:t>
            </a:r>
            <a:endParaRPr b="1" sz="3200">
              <a:solidFill>
                <a:srgbClr val="000000"/>
              </a:solidFill>
              <a:latin typeface="Poppins"/>
              <a:ea typeface="Poppins"/>
              <a:cs typeface="Poppins"/>
              <a:sym typeface="Poppins"/>
            </a:endParaRPr>
          </a:p>
        </p:txBody>
      </p:sp>
    </p:spTree>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https://www.youtube.com/watch?v=EkdQowvRwRU</a:t>
            </a:r>
            <a:endParaRPr b="1" i="1" sz="3200">
              <a:solidFill>
                <a:srgbClr val="000000"/>
              </a:solidFill>
              <a:latin typeface="Poppins"/>
              <a:ea typeface="Poppins"/>
              <a:cs typeface="Poppins"/>
              <a:sym typeface="Poppins"/>
            </a:endParaRPr>
          </a:p>
        </p:txBody>
      </p:sp>
    </p:spTree>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think about what just changed.</a:t>
            </a:r>
            <a:endParaRPr b="1" sz="3200">
              <a:solidFill>
                <a:srgbClr val="000000"/>
              </a:solidFill>
              <a:latin typeface="Poppins"/>
              <a:ea typeface="Poppins"/>
              <a:cs typeface="Poppins"/>
              <a:sym typeface="Poppins"/>
            </a:endParaRPr>
          </a:p>
        </p:txBody>
      </p:sp>
    </p:spTree>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Instead of “trying to fix your psychology”...</a:t>
            </a:r>
            <a:endParaRPr b="1" sz="3200">
              <a:solidFill>
                <a:srgbClr val="000000"/>
              </a:solidFill>
              <a:latin typeface="Poppins"/>
              <a:ea typeface="Poppins"/>
              <a:cs typeface="Poppins"/>
              <a:sym typeface="Poppins"/>
            </a:endParaRPr>
          </a:p>
        </p:txBody>
      </p:sp>
    </p:spTree>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took away the guesswork for you.</a:t>
            </a:r>
            <a:endParaRPr b="1" sz="3200">
              <a:solidFill>
                <a:srgbClr val="000000"/>
              </a:solidFill>
              <a:latin typeface="Poppins"/>
              <a:ea typeface="Poppins"/>
              <a:cs typeface="Poppins"/>
              <a:sym typeface="Poppins"/>
            </a:endParaRPr>
          </a:p>
        </p:txBody>
      </p:sp>
    </p:spTree>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You've got your 2 boxes, you've got your direction, and you've got your target.</a:t>
            </a:r>
            <a:endParaRPr b="1" sz="3200">
              <a:solidFill>
                <a:srgbClr val="000000"/>
              </a:solidFill>
              <a:latin typeface="Poppins"/>
              <a:ea typeface="Poppins"/>
              <a:cs typeface="Poppins"/>
              <a:sym typeface="Poppins"/>
            </a:endParaRPr>
          </a:p>
        </p:txBody>
      </p:sp>
    </p:spTree>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just look at it and can predict where the market’s headed.</a:t>
            </a:r>
            <a:endParaRPr b="1" sz="3200">
              <a:solidFill>
                <a:srgbClr val="000000"/>
              </a:solidFill>
              <a:latin typeface="Poppins"/>
              <a:ea typeface="Poppins"/>
              <a:cs typeface="Poppins"/>
              <a:sym typeface="Poppins"/>
            </a:endParaRPr>
          </a:p>
        </p:txBody>
      </p:sp>
    </p:spTree>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there's one thing missing… a price.</a:t>
            </a:r>
            <a:endParaRPr b="1" sz="3200">
              <a:solidFill>
                <a:srgbClr val="000000"/>
              </a:solidFill>
              <a:latin typeface="Poppins"/>
              <a:ea typeface="Poppins"/>
              <a:cs typeface="Poppins"/>
              <a:sym typeface="Poppins"/>
            </a:endParaRPr>
          </a:p>
        </p:txBody>
      </p:sp>
    </p:spTree>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knowing the market’s going to go up or down isn’t enough…</a:t>
            </a:r>
            <a:endParaRPr b="1" sz="3200">
              <a:solidFill>
                <a:srgbClr val="000000"/>
              </a:solidFill>
              <a:latin typeface="Poppins"/>
              <a:ea typeface="Poppins"/>
              <a:cs typeface="Poppins"/>
              <a:sym typeface="Poppins"/>
            </a:endParaRPr>
          </a:p>
        </p:txBody>
      </p:sp>
    </p:spTree>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still have to actually get in somewhere, right?</a:t>
            </a:r>
            <a:endParaRPr b="1" sz="3200">
              <a:solidFill>
                <a:srgbClr val="000000"/>
              </a:solidFill>
              <a:latin typeface="Poppins"/>
              <a:ea typeface="Poppins"/>
              <a:cs typeface="Poppins"/>
              <a:sym typeface="Poppins"/>
            </a:endParaRPr>
          </a:p>
        </p:txBody>
      </p:sp>
    </p:spTree>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that’s exactly what we’ll be covering now, in step 3:</a:t>
            </a:r>
            <a:endParaRPr b="1" sz="3200">
              <a:solidFill>
                <a:srgbClr val="000000"/>
              </a:solidFill>
              <a:latin typeface="Poppins"/>
              <a:ea typeface="Poppins"/>
              <a:cs typeface="Poppins"/>
              <a:sym typeface="Poppins"/>
            </a:endParaRPr>
          </a:p>
        </p:txBody>
      </p:sp>
    </p:spTree>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STEP 3: THE ENTRY</a:t>
            </a:r>
            <a:endParaRPr b="1" sz="3200">
              <a:solidFill>
                <a:srgbClr val="000000"/>
              </a:solidFill>
              <a:latin typeface="Poppins"/>
              <a:ea typeface="Poppins"/>
              <a:cs typeface="Poppins"/>
              <a:sym typeface="Poppins"/>
            </a:endParaRPr>
          </a:p>
        </p:txBody>
      </p:sp>
    </p:spTree>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here's where we are.</a:t>
            </a:r>
            <a:endParaRPr b="1" sz="3200">
              <a:solidFill>
                <a:srgbClr val="000000"/>
              </a:solidFill>
              <a:latin typeface="Poppins"/>
              <a:ea typeface="Poppins"/>
              <a:cs typeface="Poppins"/>
              <a:sym typeface="Poppins"/>
            </a:endParaRPr>
          </a:p>
        </p:txBody>
      </p:sp>
    </p:spTree>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My range low went.</a:t>
            </a:r>
            <a:endParaRPr b="1" sz="3200">
              <a:solidFill>
                <a:srgbClr val="000000"/>
              </a:solidFill>
              <a:latin typeface="Poppins"/>
              <a:ea typeface="Poppins"/>
              <a:cs typeface="Poppins"/>
              <a:sym typeface="Poppins"/>
            </a:endParaRPr>
          </a:p>
        </p:txBody>
      </p:sp>
    </p:spTree>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dealing range low went.</a:t>
            </a:r>
            <a:endParaRPr b="1" sz="3200">
              <a:solidFill>
                <a:srgbClr val="000000"/>
              </a:solidFill>
              <a:latin typeface="Poppins"/>
              <a:ea typeface="Poppins"/>
              <a:cs typeface="Poppins"/>
              <a:sym typeface="Poppins"/>
            </a:endParaRPr>
          </a:p>
        </p:txBody>
      </p:sp>
    </p:spTree>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market wants to go up.</a:t>
            </a:r>
            <a:endParaRPr b="1" sz="3200">
              <a:solidFill>
                <a:srgbClr val="000000"/>
              </a:solidFill>
              <a:latin typeface="Poppins"/>
              <a:ea typeface="Poppins"/>
              <a:cs typeface="Poppins"/>
              <a:sym typeface="Poppins"/>
            </a:endParaRPr>
          </a:p>
        </p:txBody>
      </p:sp>
    </p:spTree>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Here's the problem.</a:t>
            </a:r>
            <a:endParaRPr b="1" sz="3200">
              <a:solidFill>
                <a:srgbClr val="000000"/>
              </a:solidFill>
              <a:latin typeface="Poppins"/>
              <a:ea typeface="Poppins"/>
              <a:cs typeface="Poppins"/>
              <a:sym typeface="Poppins"/>
            </a:endParaRPr>
          </a:p>
        </p:txBody>
      </p:sp>
    </p:spTree>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[Anchor day. Freeze it the moment the low is taken, mid-drop. Don't show what happens next.]</a:t>
            </a:r>
            <a:endParaRPr b="1" i="1" sz="3200">
              <a:solidFill>
                <a:srgbClr val="000000"/>
              </a:solidFill>
              <a:latin typeface="Poppins"/>
              <a:ea typeface="Poppins"/>
              <a:cs typeface="Poppins"/>
              <a:sym typeface="Poppins"/>
            </a:endParaRPr>
          </a:p>
        </p:txBody>
      </p:sp>
    </p:spTree>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Right now, on my screen, it is still going down.</a:t>
            </a:r>
            <a:endParaRPr b="1" i="1" sz="3200">
              <a:solidFill>
                <a:srgbClr val="000000"/>
              </a:solidFill>
              <a:latin typeface="Poppins"/>
              <a:ea typeface="Poppins"/>
              <a:cs typeface="Poppins"/>
              <a:sym typeface="Poppins"/>
            </a:endParaRPr>
          </a:p>
        </p:txBody>
      </p:sp>
    </p:spTree>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 know it's going up… And it's falling in front of me.</a:t>
            </a:r>
            <a:endParaRPr b="1" i="1" sz="3200">
              <a:solidFill>
                <a:srgbClr val="000000"/>
              </a:solidFill>
              <a:latin typeface="Poppins"/>
              <a:ea typeface="Poppins"/>
              <a:cs typeface="Poppins"/>
              <a:sym typeface="Poppins"/>
            </a:endParaRPr>
          </a:p>
        </p:txBody>
      </p:sp>
    </p:spTree>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If I buy here I get stopped out, and then it goes up without me.</a:t>
            </a:r>
            <a:endParaRPr b="1" i="1" sz="3200">
              <a:solidFill>
                <a:srgbClr val="000000"/>
              </a:solidFill>
              <a:latin typeface="Poppins"/>
              <a:ea typeface="Poppins"/>
              <a:cs typeface="Poppins"/>
              <a:sym typeface="Poppins"/>
            </a:endParaRPr>
          </a:p>
        </p:txBody>
      </p:sp>
    </p:spTree>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step 3 is one job…</a:t>
            </a:r>
            <a:endParaRPr b="1" sz="3200">
              <a:solidFill>
                <a:srgbClr val="000000"/>
              </a:solidFill>
              <a:latin typeface="Poppins"/>
              <a:ea typeface="Poppins"/>
              <a:cs typeface="Poppins"/>
              <a:sym typeface="Poppins"/>
            </a:endParaRPr>
          </a:p>
        </p:txBody>
      </p:sp>
    </p:spTree>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Finding the moment it actually stops going down and starts going up - vice versa.</a:t>
            </a:r>
            <a:endParaRPr b="1" sz="3200">
              <a:solidFill>
                <a:srgbClr val="000000"/>
              </a:solidFill>
              <a:latin typeface="Poppins"/>
              <a:ea typeface="Poppins"/>
              <a:cs typeface="Poppins"/>
              <a:sym typeface="Poppins"/>
            </a:endParaRPr>
          </a:p>
        </p:txBody>
      </p:sp>
    </p:spTree>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reversal.</a:t>
            </a:r>
            <a:endParaRPr b="1" sz="3200">
              <a:solidFill>
                <a:srgbClr val="000000"/>
              </a:solidFill>
              <a:latin typeface="Poppins"/>
              <a:ea typeface="Poppins"/>
              <a:cs typeface="Poppins"/>
              <a:sym typeface="Poppins"/>
            </a:endParaRPr>
          </a:p>
        </p:txBody>
      </p:sp>
    </p:spTree>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For that we just need to answer 2 questions:</a:t>
            </a:r>
            <a:endParaRPr b="1" sz="3200">
              <a:solidFill>
                <a:srgbClr val="000000"/>
              </a:solidFill>
              <a:latin typeface="Poppins"/>
              <a:ea typeface="Poppins"/>
              <a:cs typeface="Poppins"/>
              <a:sym typeface="Poppins"/>
            </a:endParaRPr>
          </a:p>
        </p:txBody>
      </p:sp>
    </p:spTree>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[Both on screen.]</a:t>
            </a:r>
            <a:endParaRPr b="1" i="1" sz="3200">
              <a:solidFill>
                <a:srgbClr val="000000"/>
              </a:solidFill>
              <a:latin typeface="Poppins"/>
              <a:ea typeface="Poppins"/>
              <a:cs typeface="Poppins"/>
              <a:sym typeface="Poppins"/>
            </a:endParaRPr>
          </a:p>
        </p:txBody>
      </p:sp>
    </p:spTree>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Has it turned yet?</a:t>
            </a:r>
            <a:endParaRPr b="1" sz="3200">
              <a:solidFill>
                <a:srgbClr val="000000"/>
              </a:solidFill>
              <a:latin typeface="Poppins"/>
              <a:ea typeface="Poppins"/>
              <a:cs typeface="Poppins"/>
              <a:sym typeface="Poppins"/>
            </a:endParaRPr>
          </a:p>
        </p:txBody>
      </p:sp>
    </p:spTree>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Where exactly do I buy?</a:t>
            </a:r>
            <a:endParaRPr b="1" sz="3200">
              <a:solidFill>
                <a:srgbClr val="000000"/>
              </a:solidFill>
              <a:latin typeface="Poppins"/>
              <a:ea typeface="Poppins"/>
              <a:cs typeface="Poppins"/>
              <a:sym typeface="Poppins"/>
            </a:endParaRPr>
          </a:p>
        </p:txBody>
      </p:sp>
    </p:spTree>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Has it turned yet?</a:t>
            </a:r>
            <a:endParaRPr b="1" sz="3200">
              <a:solidFill>
                <a:srgbClr val="000000"/>
              </a:solidFill>
              <a:latin typeface="Poppins"/>
              <a:ea typeface="Poppins"/>
              <a:cs typeface="Poppins"/>
              <a:sym typeface="Poppins"/>
            </a:endParaRPr>
          </a:p>
        </p:txBody>
      </p:sp>
    </p:spTree>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To know when the market reverses, you first have to know what it looks like while it's still going.</a:t>
            </a:r>
            <a:endParaRPr b="1" sz="3200">
              <a:solidFill>
                <a:srgbClr val="000000"/>
              </a:solidFill>
              <a:latin typeface="Poppins"/>
              <a:ea typeface="Poppins"/>
              <a:cs typeface="Poppins"/>
              <a:sym typeface="Poppins"/>
            </a:endParaRPr>
          </a:p>
        </p:txBody>
      </p:sp>
    </p:spTree>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[Chart in a clear drop. Point at each down-close candle in sequence.]</a:t>
            </a:r>
            <a:endParaRPr b="1" i="1" sz="3200">
              <a:solidFill>
                <a:srgbClr val="000000"/>
              </a:solidFill>
              <a:latin typeface="Poppins"/>
              <a:ea typeface="Poppins"/>
              <a:cs typeface="Poppins"/>
              <a:sym typeface="Poppins"/>
            </a:endParaRPr>
          </a:p>
        </p:txBody>
      </p:sp>
    </p:spTree>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Down close candle. Then another one lower. Then another one lower.</a:t>
            </a:r>
            <a:endParaRPr b="1" i="1" sz="3200">
              <a:solidFill>
                <a:srgbClr val="000000"/>
              </a:solidFill>
              <a:latin typeface="Poppins"/>
              <a:ea typeface="Poppins"/>
              <a:cs typeface="Poppins"/>
              <a:sym typeface="Poppins"/>
            </a:endParaRPr>
          </a:p>
        </p:txBody>
      </p:sp>
    </p:spTree>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While a market's falling, every candle keeps closing below the last.</a:t>
            </a:r>
            <a:endParaRPr b="1" i="1" sz="3200">
              <a:solidFill>
                <a:srgbClr val="000000"/>
              </a:solidFill>
              <a:latin typeface="Poppins"/>
              <a:ea typeface="Poppins"/>
              <a:cs typeface="Poppins"/>
              <a:sym typeface="Poppins"/>
            </a:endParaRPr>
          </a:p>
        </p:txBody>
      </p:sp>
    </p:spTree>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what falling is.</a:t>
            </a:r>
            <a:endParaRPr b="1" i="1" sz="3200">
              <a:solidFill>
                <a:srgbClr val="000000"/>
              </a:solidFill>
              <a:latin typeface="Poppins"/>
              <a:ea typeface="Poppins"/>
              <a:cs typeface="Poppins"/>
              <a:sym typeface="Poppins"/>
            </a:endParaRPr>
          </a:p>
        </p:txBody>
      </p:sp>
    </p:spTree>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the turn is when that stops.</a:t>
            </a:r>
            <a:endParaRPr b="1" sz="3200">
              <a:solidFill>
                <a:srgbClr val="000000"/>
              </a:solidFill>
              <a:latin typeface="Poppins"/>
              <a:ea typeface="Poppins"/>
              <a:cs typeface="Poppins"/>
              <a:sym typeface="Poppins"/>
            </a:endParaRPr>
          </a:p>
        </p:txBody>
      </p:sp>
    </p:spTree>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[Three consecutive down-close candles, then one that closes above all three. Box the three, arrow the fourth.]</a:t>
            </a:r>
            <a:endParaRPr b="1" i="1" sz="3200">
              <a:solidFill>
                <a:srgbClr val="000000"/>
              </a:solidFill>
              <a:latin typeface="Poppins"/>
              <a:ea typeface="Poppins"/>
              <a:cs typeface="Poppins"/>
              <a:sym typeface="Poppins"/>
            </a:endParaRPr>
          </a:p>
        </p:txBody>
      </p:sp>
    </p:spTree>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3 down close candles… there, there, there.</a:t>
            </a:r>
            <a:endParaRPr b="1" i="1" sz="3200">
              <a:solidFill>
                <a:srgbClr val="000000"/>
              </a:solidFill>
              <a:latin typeface="Poppins"/>
              <a:ea typeface="Poppins"/>
              <a:cs typeface="Poppins"/>
              <a:sym typeface="Poppins"/>
            </a:endParaRPr>
          </a:p>
        </p:txBody>
      </p:sp>
    </p:spTree>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then this one closes above all 3 of them.</a:t>
            </a:r>
            <a:endParaRPr b="1" i="1" sz="3200">
              <a:solidFill>
                <a:srgbClr val="000000"/>
              </a:solidFill>
              <a:latin typeface="Poppins"/>
              <a:ea typeface="Poppins"/>
              <a:cs typeface="Poppins"/>
              <a:sym typeface="Poppins"/>
            </a:endParaRPr>
          </a:p>
        </p:txBody>
      </p:sp>
    </p:spTree>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1 candle just undid three…</a:t>
            </a:r>
            <a:endParaRPr b="1" i="1" sz="3200">
              <a:solidFill>
                <a:srgbClr val="000000"/>
              </a:solidFill>
              <a:latin typeface="Poppins"/>
              <a:ea typeface="Poppins"/>
              <a:cs typeface="Poppins"/>
              <a:sym typeface="Poppins"/>
            </a:endParaRPr>
          </a:p>
        </p:txBody>
      </p:sp>
    </p:spTree>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thing that was happening has stopped happening.</a:t>
            </a:r>
            <a:endParaRPr b="1" i="1" sz="3200">
              <a:solidFill>
                <a:srgbClr val="000000"/>
              </a:solidFill>
              <a:latin typeface="Poppins"/>
              <a:ea typeface="Poppins"/>
              <a:cs typeface="Poppins"/>
              <a:sym typeface="Poppins"/>
            </a:endParaRPr>
          </a:p>
        </p:txBody>
      </p:sp>
    </p:spTree>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 call this my 3 candle rotation...</a:t>
            </a:r>
            <a:endParaRPr b="1" i="1" sz="3200">
              <a:solidFill>
                <a:srgbClr val="000000"/>
              </a:solidFill>
              <a:latin typeface="Poppins"/>
              <a:ea typeface="Poppins"/>
              <a:cs typeface="Poppins"/>
              <a:sym typeface="Poppins"/>
            </a:endParaRPr>
          </a:p>
        </p:txBody>
      </p:sp>
    </p:spTree>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delivery being shifted.</a:t>
            </a:r>
            <a:endParaRPr b="1" i="1" sz="3200">
              <a:solidFill>
                <a:srgbClr val="000000"/>
              </a:solidFill>
              <a:latin typeface="Poppins"/>
              <a:ea typeface="Poppins"/>
              <a:cs typeface="Poppins"/>
              <a:sym typeface="Poppins"/>
            </a:endParaRPr>
          </a:p>
        </p:txBody>
      </p:sp>
    </p:spTree>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 want a second opinion, from a bigger timeframe…</a:t>
            </a:r>
            <a:endParaRPr b="1" sz="3200">
              <a:solidFill>
                <a:srgbClr val="000000"/>
              </a:solidFill>
              <a:latin typeface="Poppins"/>
              <a:ea typeface="Poppins"/>
              <a:cs typeface="Poppins"/>
              <a:sym typeface="Poppins"/>
            </a:endParaRPr>
          </a:p>
        </p:txBody>
      </p:sp>
    </p:spTree>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 5 minute chart can lie to you.</a:t>
            </a:r>
            <a:endParaRPr b="1" sz="3200">
              <a:solidFill>
                <a:srgbClr val="000000"/>
              </a:solidFill>
              <a:latin typeface="Poppins"/>
              <a:ea typeface="Poppins"/>
              <a:cs typeface="Poppins"/>
              <a:sym typeface="Poppins"/>
            </a:endParaRPr>
          </a:p>
        </p:txBody>
      </p:sp>
    </p:spTree>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[Hourly chart. Three candles. Mark left, middle, right.]</a:t>
            </a:r>
            <a:endParaRPr b="1" i="1" sz="3200">
              <a:solidFill>
                <a:srgbClr val="000000"/>
              </a:solidFill>
              <a:latin typeface="Poppins"/>
              <a:ea typeface="Poppins"/>
              <a:cs typeface="Poppins"/>
              <a:sym typeface="Poppins"/>
            </a:endParaRPr>
          </a:p>
        </p:txBody>
      </p:sp>
    </p:spTree>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Any 3 hourly candles in a row.</a:t>
            </a:r>
            <a:endParaRPr b="1" i="1" sz="3200">
              <a:solidFill>
                <a:srgbClr val="000000"/>
              </a:solidFill>
              <a:latin typeface="Poppins"/>
              <a:ea typeface="Poppins"/>
              <a:cs typeface="Poppins"/>
              <a:sym typeface="Poppins"/>
            </a:endParaRPr>
          </a:p>
        </p:txBody>
      </p:sp>
    </p:spTree>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middle one is the one that dips down and takes the liquidity.</a:t>
            </a:r>
            <a:endParaRPr b="1" i="1" sz="3200">
              <a:solidFill>
                <a:srgbClr val="000000"/>
              </a:solidFill>
              <a:latin typeface="Poppins"/>
              <a:ea typeface="Poppins"/>
              <a:cs typeface="Poppins"/>
              <a:sym typeface="Poppins"/>
            </a:endParaRPr>
          </a:p>
        </p:txBody>
      </p:sp>
    </p:spTree>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Then the third closes back above the middle.</a:t>
            </a:r>
            <a:endParaRPr b="1" i="1" sz="3200">
              <a:solidFill>
                <a:srgbClr val="000000"/>
              </a:solidFill>
              <a:latin typeface="Poppins"/>
              <a:ea typeface="Poppins"/>
              <a:cs typeface="Poppins"/>
              <a:sym typeface="Poppins"/>
            </a:endParaRPr>
          </a:p>
        </p:txBody>
      </p:sp>
    </p:spTree>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a swing low... The hour agrees.</a:t>
            </a:r>
            <a:endParaRPr b="1" i="1" sz="3200">
              <a:solidFill>
                <a:srgbClr val="000000"/>
              </a:solidFill>
              <a:latin typeface="Poppins"/>
              <a:ea typeface="Poppins"/>
              <a:cs typeface="Poppins"/>
              <a:sym typeface="Poppins"/>
            </a:endParaRPr>
          </a:p>
        </p:txBody>
      </p:sp>
    </p:spTree>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So if the 9am candle takes the level and the 10am closes back inside… what should the 11am do?</a:t>
            </a:r>
            <a:endParaRPr b="1" i="1" sz="3200">
              <a:solidFill>
                <a:srgbClr val="000000"/>
              </a:solidFill>
              <a:latin typeface="Poppins"/>
              <a:ea typeface="Poppins"/>
              <a:cs typeface="Poppins"/>
              <a:sym typeface="Poppins"/>
            </a:endParaRPr>
          </a:p>
        </p:txBody>
      </p:sp>
    </p:spTree>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It should go up… And that's exactly what it does.</a:t>
            </a:r>
            <a:endParaRPr b="1" i="1" sz="3200">
              <a:solidFill>
                <a:srgbClr val="000000"/>
              </a:solidFill>
              <a:latin typeface="Poppins"/>
              <a:ea typeface="Poppins"/>
              <a:cs typeface="Poppins"/>
              <a:sym typeface="Poppins"/>
            </a:endParaRPr>
          </a:p>
        </p:txBody>
      </p:sp>
    </p:spTree>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That's the 3 candle swing structure... It's confirmation for your direction.</a:t>
            </a:r>
            <a:endParaRPr b="1" sz="3200">
              <a:solidFill>
                <a:srgbClr val="000000"/>
              </a:solidFill>
              <a:latin typeface="Poppins"/>
              <a:ea typeface="Poppins"/>
              <a:cs typeface="Poppins"/>
              <a:sym typeface="Poppins"/>
            </a:endParaRPr>
          </a:p>
        </p:txBody>
      </p:sp>
    </p:spTree>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 is not where you buy…</a:t>
            </a:r>
            <a:endParaRPr b="1" sz="3200">
              <a:solidFill>
                <a:srgbClr val="000000"/>
              </a:solidFill>
              <a:latin typeface="Poppins"/>
              <a:ea typeface="Poppins"/>
              <a:cs typeface="Poppins"/>
              <a:sym typeface="Poppins"/>
            </a:endParaRPr>
          </a:p>
        </p:txBody>
      </p:sp>
    </p:spTree>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what tells you buying is worth doing.</a:t>
            </a:r>
            <a:endParaRPr b="1" sz="3200">
              <a:solidFill>
                <a:srgbClr val="000000"/>
              </a:solidFill>
              <a:latin typeface="Poppins"/>
              <a:ea typeface="Poppins"/>
              <a:cs typeface="Poppins"/>
              <a:sym typeface="Poppins"/>
            </a:endParaRPr>
          </a:p>
        </p:txBody>
      </p:sp>
    </p:spTree>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If you treat your hourly candles as your daily candles, a whole new world opens up.</a:t>
            </a:r>
            <a:endParaRPr b="1" sz="3200">
              <a:solidFill>
                <a:srgbClr val="000000"/>
              </a:solidFill>
              <a:latin typeface="Poppins"/>
              <a:ea typeface="Poppins"/>
              <a:cs typeface="Poppins"/>
              <a:sym typeface="Poppins"/>
            </a:endParaRPr>
          </a:p>
        </p:txBody>
      </p:sp>
    </p:spTree>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Where exactly do I buy?</a:t>
            </a:r>
            <a:endParaRPr b="1" sz="3200">
              <a:solidFill>
                <a:srgbClr val="000000"/>
              </a:solidFill>
              <a:latin typeface="Poppins"/>
              <a:ea typeface="Poppins"/>
              <a:cs typeface="Poppins"/>
              <a:sym typeface="Poppins"/>
            </a:endParaRPr>
          </a:p>
        </p:txBody>
      </p:sp>
    </p:spTree>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Knowing it's turned still isn't a price… I need a spot to enter my trade.</a:t>
            </a:r>
            <a:endParaRPr b="1" sz="3200">
              <a:solidFill>
                <a:srgbClr val="000000"/>
              </a:solidFill>
              <a:latin typeface="Poppins"/>
              <a:ea typeface="Poppins"/>
              <a:cs typeface="Poppins"/>
              <a:sym typeface="Poppins"/>
            </a:endParaRPr>
          </a:p>
        </p:txBody>
      </p:sp>
    </p:spTree>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I've got 2, and I want them together.</a:t>
            </a:r>
            <a:endParaRPr b="1" sz="3200">
              <a:solidFill>
                <a:srgbClr val="000000"/>
              </a:solidFill>
              <a:latin typeface="Poppins"/>
              <a:ea typeface="Poppins"/>
              <a:cs typeface="Poppins"/>
              <a:sym typeface="Poppins"/>
            </a:endParaRPr>
          </a:p>
        </p:txBody>
      </p:sp>
    </p:spTree>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first is the order block made in liquidity.</a:t>
            </a:r>
            <a:endParaRPr b="1" sz="3200">
              <a:solidFill>
                <a:srgbClr val="000000"/>
              </a:solidFill>
              <a:latin typeface="Poppins"/>
              <a:ea typeface="Poppins"/>
              <a:cs typeface="Poppins"/>
              <a:sym typeface="Poppins"/>
            </a:endParaRPr>
          </a:p>
        </p:txBody>
      </p:sp>
    </p:spTree>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leg into the sweep. 4 candles. Point at each in turn, then land on the one that took the level.]</a:t>
            </a:r>
            <a:endParaRPr b="1" i="1" sz="3200">
              <a:solidFill>
                <a:srgbClr val="000000"/>
              </a:solidFill>
              <a:latin typeface="Poppins"/>
              <a:ea typeface="Poppins"/>
              <a:cs typeface="Poppins"/>
              <a:sym typeface="Poppins"/>
            </a:endParaRP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Not that one. Not that one. Not that one. This one.</a:t>
            </a:r>
            <a:endParaRPr b="1" i="1" sz="3200">
              <a:solidFill>
                <a:srgbClr val="000000"/>
              </a:solidFill>
              <a:latin typeface="Poppins"/>
              <a:ea typeface="Poppins"/>
              <a:cs typeface="Poppins"/>
              <a:sym typeface="Poppins"/>
            </a:endParaRP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Why this one? Because this is the candle that traded into the liquidity below the low…</a:t>
            </a:r>
            <a:endParaRPr b="1" i="1" sz="3200">
              <a:solidFill>
                <a:srgbClr val="000000"/>
              </a:solidFill>
              <a:latin typeface="Poppins"/>
              <a:ea typeface="Poppins"/>
              <a:cs typeface="Poppins"/>
              <a:sym typeface="Poppins"/>
            </a:endParaRPr>
          </a:p>
        </p:txBody>
      </p:sp>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then we closed back above it.</a:t>
            </a:r>
            <a:endParaRPr b="1" i="1" sz="3200">
              <a:solidFill>
                <a:srgbClr val="000000"/>
              </a:solidFill>
              <a:latin typeface="Poppins"/>
              <a:ea typeface="Poppins"/>
              <a:cs typeface="Poppins"/>
              <a:sym typeface="Poppins"/>
            </a:endParaRPr>
          </a:p>
        </p:txBody>
      </p:sp>
    </p:spTree>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the candle that took everyone's stops…</a:t>
            </a:r>
            <a:endParaRPr b="1" i="1" sz="3200">
              <a:solidFill>
                <a:srgbClr val="000000"/>
              </a:solidFill>
              <a:latin typeface="Poppins"/>
              <a:ea typeface="Poppins"/>
              <a:cs typeface="Poppins"/>
              <a:sym typeface="Poppins"/>
            </a:endParaRPr>
          </a:p>
        </p:txBody>
      </p:sp>
    </p:spTree>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one the algorithm used to do the job.</a:t>
            </a:r>
            <a:endParaRPr b="1" i="1" sz="3200">
              <a:solidFill>
                <a:srgbClr val="000000"/>
              </a:solidFill>
              <a:latin typeface="Poppins"/>
              <a:ea typeface="Poppins"/>
              <a:cs typeface="Poppins"/>
              <a:sym typeface="Poppins"/>
            </a:endParaRP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So its body is my level.</a:t>
            </a:r>
            <a:endParaRPr b="1" i="1" sz="3200">
              <a:solidFill>
                <a:srgbClr val="000000"/>
              </a:solidFill>
              <a:latin typeface="Poppins"/>
              <a:ea typeface="Poppins"/>
              <a:cs typeface="Poppins"/>
              <a:sym typeface="Poppins"/>
            </a:endParaRPr>
          </a:p>
        </p:txBody>
      </p:sp>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here's what people get wrong:</a:t>
            </a:r>
            <a:endParaRPr b="1" i="1" sz="3200">
              <a:solidFill>
                <a:srgbClr val="000000"/>
              </a:solidFill>
              <a:latin typeface="Poppins"/>
              <a:ea typeface="Poppins"/>
              <a:cs typeface="Poppins"/>
              <a:sym typeface="Poppins"/>
            </a:endParaRPr>
          </a:p>
        </p:txBody>
      </p:sp>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 don't buy when it closes. I buy when price comes back to it.</a:t>
            </a:r>
            <a:endParaRPr b="1" i="1" sz="3200">
              <a:solidFill>
                <a:srgbClr val="000000"/>
              </a:solidFill>
              <a:latin typeface="Poppins"/>
              <a:ea typeface="Poppins"/>
              <a:cs typeface="Poppins"/>
              <a:sym typeface="Poppins"/>
            </a:endParaRPr>
          </a:p>
        </p:txBody>
      </p:sp>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Every other candle on that chart is just a candle... That one did something.</a:t>
            </a:r>
            <a:endParaRPr b="1" sz="3200">
              <a:solidFill>
                <a:srgbClr val="000000"/>
              </a:solidFill>
              <a:latin typeface="Poppins"/>
              <a:ea typeface="Poppins"/>
              <a:cs typeface="Poppins"/>
              <a:sym typeface="Poppins"/>
            </a:endParaRPr>
          </a:p>
        </p:txBody>
      </p:sp>
    </p:spTree>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the second is the inverse gap.</a:t>
            </a:r>
            <a:endParaRPr b="1" sz="3200">
              <a:solidFill>
                <a:srgbClr val="000000"/>
              </a:solidFill>
              <a:latin typeface="Poppins"/>
              <a:ea typeface="Poppins"/>
              <a:cs typeface="Poppins"/>
              <a:sym typeface="Poppins"/>
            </a:endParaRPr>
          </a:p>
        </p:txBody>
      </p:sp>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[Same leg. The gap where price moved fast. Then price returning into it and failing to continue.]</a:t>
            </a:r>
            <a:endParaRPr b="1" i="1" sz="3200">
              <a:solidFill>
                <a:srgbClr val="000000"/>
              </a:solidFill>
              <a:latin typeface="Poppins"/>
              <a:ea typeface="Poppins"/>
              <a:cs typeface="Poppins"/>
              <a:sym typeface="Poppins"/>
            </a:endParaRPr>
          </a:p>
        </p:txBody>
      </p:sp>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When price moves fast it skips levels... It leaves a hole…</a:t>
            </a:r>
            <a:endParaRPr b="1" i="1" sz="3200">
              <a:solidFill>
                <a:srgbClr val="000000"/>
              </a:solidFill>
              <a:latin typeface="Poppins"/>
              <a:ea typeface="Poppins"/>
              <a:cs typeface="Poppins"/>
              <a:sym typeface="Poppins"/>
            </a:endParaRPr>
          </a:p>
        </p:txBody>
      </p:sp>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a gap.</a:t>
            </a:r>
            <a:endParaRPr b="1" i="1" sz="3200">
              <a:solidFill>
                <a:srgbClr val="000000"/>
              </a:solidFill>
              <a:latin typeface="Poppins"/>
              <a:ea typeface="Poppins"/>
              <a:cs typeface="Poppins"/>
              <a:sym typeface="Poppins"/>
            </a:endParaRPr>
          </a:p>
        </p:txBody>
      </p:sp>
    </p:spTree>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 market that genuinely wants to keep falling will come back into that hole and carry on down.</a:t>
            </a:r>
            <a:endParaRPr b="1" i="1" sz="3200">
              <a:solidFill>
                <a:srgbClr val="000000"/>
              </a:solidFill>
              <a:latin typeface="Poppins"/>
              <a:ea typeface="Poppins"/>
              <a:cs typeface="Poppins"/>
              <a:sym typeface="Poppins"/>
            </a:endParaRPr>
          </a:p>
        </p:txBody>
      </p:sp>
    </p:spTree>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Watch…</a:t>
            </a:r>
            <a:endParaRPr b="1" i="1" sz="3200">
              <a:solidFill>
                <a:srgbClr val="000000"/>
              </a:solidFill>
              <a:latin typeface="Poppins"/>
              <a:ea typeface="Poppins"/>
              <a:cs typeface="Poppins"/>
              <a:sym typeface="Poppins"/>
            </a:endParaRPr>
          </a:p>
        </p:txBody>
      </p:sp>
    </p:spTree>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It comes back into it… And it doesn't carry on, it stops.</a:t>
            </a:r>
            <a:endParaRPr b="1" i="1" sz="3200">
              <a:solidFill>
                <a:srgbClr val="000000"/>
              </a:solidFill>
              <a:latin typeface="Poppins"/>
              <a:ea typeface="Poppins"/>
              <a:cs typeface="Poppins"/>
              <a:sym typeface="Poppins"/>
            </a:endParaRPr>
          </a:p>
        </p:txBody>
      </p:sp>
    </p:spTree>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It tried to go one way and it couldn't… That failure is the signal.</a:t>
            </a:r>
            <a:endParaRPr b="1" i="1" sz="3200">
              <a:solidFill>
                <a:srgbClr val="000000"/>
              </a:solidFill>
              <a:latin typeface="Poppins"/>
              <a:ea typeface="Poppins"/>
              <a:cs typeface="Poppins"/>
              <a:sym typeface="Poppins"/>
            </a:endParaRPr>
          </a:p>
        </p:txBody>
      </p:sp>
    </p:spTree>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anything that forms in a liquidity pool, or at one, is very high probability.</a:t>
            </a:r>
            <a:endParaRPr b="1" sz="3200">
              <a:solidFill>
                <a:srgbClr val="000000"/>
              </a:solidFill>
              <a:latin typeface="Poppins"/>
              <a:ea typeface="Poppins"/>
              <a:cs typeface="Poppins"/>
              <a:sym typeface="Poppins"/>
            </a:endParaRPr>
          </a:p>
        </p:txBody>
      </p:sp>
    </p:spTree>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[Both marked on the same spot, OB body and the inverted gap overlapping.]</a:t>
            </a:r>
            <a:endParaRPr b="1" i="1" sz="3200">
              <a:solidFill>
                <a:srgbClr val="000000"/>
              </a:solidFill>
              <a:latin typeface="Poppins"/>
              <a:ea typeface="Poppins"/>
              <a:cs typeface="Poppins"/>
              <a:sym typeface="Poppins"/>
            </a:endParaRPr>
          </a:p>
        </p:txBody>
      </p:sp>
    </p:spTree>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Order block made in liquidity</a:t>
            </a:r>
            <a:endParaRPr b="1" i="1" sz="3200">
              <a:solidFill>
                <a:srgbClr val="000000"/>
              </a:solidFill>
              <a:latin typeface="Poppins"/>
              <a:ea typeface="Poppins"/>
              <a:cs typeface="Poppins"/>
              <a:sym typeface="Poppins"/>
            </a:endParaRPr>
          </a:p>
        </p:txBody>
      </p:sp>
    </p:spTree>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Inverse gap</a:t>
            </a:r>
            <a:endParaRPr b="1" i="1" sz="3200">
              <a:solidFill>
                <a:srgbClr val="000000"/>
              </a:solidFill>
              <a:latin typeface="Poppins"/>
              <a:ea typeface="Poppins"/>
              <a:cs typeface="Poppins"/>
              <a:sym typeface="Poppins"/>
            </a:endParaRPr>
          </a:p>
        </p:txBody>
      </p:sp>
    </p:spTree>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Same place.</a:t>
            </a:r>
            <a:endParaRPr b="1" i="1" sz="3200">
              <a:solidFill>
                <a:srgbClr val="000000"/>
              </a:solidFill>
              <a:latin typeface="Poppins"/>
              <a:ea typeface="Poppins"/>
              <a:cs typeface="Poppins"/>
              <a:sym typeface="Poppins"/>
            </a:endParaRPr>
          </a:p>
        </p:txBody>
      </p:sp>
    </p:spTree>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2 entry functions coming together…</a:t>
            </a:r>
            <a:endParaRPr b="1" i="1" sz="3200">
              <a:solidFill>
                <a:srgbClr val="000000"/>
              </a:solidFill>
              <a:latin typeface="Poppins"/>
              <a:ea typeface="Poppins"/>
              <a:cs typeface="Poppins"/>
              <a:sym typeface="Poppins"/>
            </a:endParaRPr>
          </a:p>
        </p:txBody>
      </p:sp>
    </p:spTree>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where I'm buying.</a:t>
            </a:r>
            <a:endParaRPr b="1" i="1" sz="3200">
              <a:solidFill>
                <a:srgbClr val="000000"/>
              </a:solidFill>
              <a:latin typeface="Poppins"/>
              <a:ea typeface="Poppins"/>
              <a:cs typeface="Poppins"/>
              <a:sym typeface="Poppins"/>
            </a:endParaRPr>
          </a:p>
        </p:txBody>
      </p:sp>
    </p:spTree>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that's your entry.</a:t>
            </a:r>
            <a:endParaRPr b="1" sz="3200">
              <a:solidFill>
                <a:srgbClr val="000000"/>
              </a:solidFill>
              <a:latin typeface="Poppins"/>
              <a:ea typeface="Poppins"/>
              <a:cs typeface="Poppins"/>
              <a:sym typeface="Poppins"/>
            </a:endParaRPr>
          </a:p>
        </p:txBody>
      </p:sp>
    </p:spTree>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Did that make sense? Put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Now, I want to be honest with you about something, because it'll save you a lot of time.</a:t>
            </a:r>
            <a:endParaRPr b="1" sz="3200">
              <a:solidFill>
                <a:srgbClr val="000000"/>
              </a:solidFill>
              <a:latin typeface="Poppins"/>
              <a:ea typeface="Poppins"/>
              <a:cs typeface="Poppins"/>
              <a:sym typeface="Poppins"/>
            </a:endParaRPr>
          </a:p>
        </p:txBody>
      </p:sp>
    </p:spTree>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entry is the part everyone obsesses over.</a:t>
            </a:r>
            <a:endParaRPr b="1" sz="3200">
              <a:solidFill>
                <a:srgbClr val="000000"/>
              </a:solidFill>
              <a:latin typeface="Poppins"/>
              <a:ea typeface="Poppins"/>
              <a:cs typeface="Poppins"/>
              <a:sym typeface="Poppins"/>
            </a:endParaRPr>
          </a:p>
        </p:txBody>
      </p:sp>
    </p:spTree>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what most people showed up for...</a:t>
            </a:r>
            <a:endParaRPr b="1" sz="3200">
              <a:solidFill>
                <a:srgbClr val="000000"/>
              </a:solidFill>
              <a:latin typeface="Poppins"/>
              <a:ea typeface="Poppins"/>
              <a:cs typeface="Poppins"/>
              <a:sym typeface="Poppins"/>
            </a:endParaRPr>
          </a:p>
        </p:txBody>
      </p:sp>
    </p:spTree>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what nearly every trading video on YouTube is about…</a:t>
            </a:r>
            <a:endParaRPr b="1" sz="3200">
              <a:solidFill>
                <a:srgbClr val="000000"/>
              </a:solidFill>
              <a:latin typeface="Poppins"/>
              <a:ea typeface="Poppins"/>
              <a:cs typeface="Poppins"/>
              <a:sym typeface="Poppins"/>
            </a:endParaRPr>
          </a:p>
        </p:txBody>
      </p:sp>
    </p:spTree>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for us it's actually the least important thing I've shown you today.</a:t>
            </a:r>
            <a:endParaRPr b="1" sz="3200">
              <a:solidFill>
                <a:srgbClr val="000000"/>
              </a:solidFill>
              <a:latin typeface="Poppins"/>
              <a:ea typeface="Poppins"/>
              <a:cs typeface="Poppins"/>
              <a:sym typeface="Poppins"/>
            </a:endParaRPr>
          </a:p>
        </p:txBody>
      </p:sp>
    </p:spTree>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once you've eliminated one direction…</a:t>
            </a:r>
            <a:endParaRPr b="1" sz="3200">
              <a:solidFill>
                <a:srgbClr val="000000"/>
              </a:solidFill>
              <a:latin typeface="Poppins"/>
              <a:ea typeface="Poppins"/>
              <a:cs typeface="Poppins"/>
              <a:sym typeface="Poppins"/>
            </a:endParaRPr>
          </a:p>
        </p:txBody>
      </p:sp>
    </p:spTree>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Once you know the market will go up or down…</a:t>
            </a:r>
            <a:endParaRPr b="1" sz="3200">
              <a:solidFill>
                <a:srgbClr val="000000"/>
              </a:solidFill>
              <a:latin typeface="Poppins"/>
              <a:ea typeface="Poppins"/>
              <a:cs typeface="Poppins"/>
              <a:sym typeface="Poppins"/>
            </a:endParaRPr>
          </a:p>
        </p:txBody>
      </p:sp>
    </p:spTree>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Entries get easy, as you just saw.</a:t>
            </a:r>
            <a:endParaRPr b="1" sz="3200">
              <a:solidFill>
                <a:srgbClr val="000000"/>
              </a:solidFill>
              <a:latin typeface="Poppins"/>
              <a:ea typeface="Poppins"/>
              <a:cs typeface="Poppins"/>
              <a:sym typeface="Poppins"/>
            </a:endParaRPr>
          </a:p>
        </p:txBody>
      </p:sp>
    </p:spTree>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You'll find one… There's always one.</a:t>
            </a:r>
            <a:endParaRPr b="1" sz="3200">
              <a:solidFill>
                <a:srgbClr val="000000"/>
              </a:solidFill>
              <a:latin typeface="Poppins"/>
              <a:ea typeface="Poppins"/>
              <a:cs typeface="Poppins"/>
              <a:sym typeface="Poppins"/>
            </a:endParaRPr>
          </a:p>
        </p:txBody>
      </p:sp>
    </p:spTree>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Does that make sense? Give me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look at where you are now.</a:t>
            </a:r>
            <a:endParaRPr b="1" sz="3200">
              <a:solidFill>
                <a:srgbClr val="000000"/>
              </a:solidFill>
              <a:latin typeface="Poppins"/>
              <a:ea typeface="Poppins"/>
              <a:cs typeface="Poppins"/>
              <a:sym typeface="Poppins"/>
            </a:endParaRPr>
          </a:p>
        </p:txBody>
      </p:sp>
    </p:spTree>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You've got your 2 boxes.</a:t>
            </a:r>
            <a:endParaRPr b="1" sz="3200">
              <a:solidFill>
                <a:srgbClr val="000000"/>
              </a:solidFill>
              <a:latin typeface="Poppins"/>
              <a:ea typeface="Poppins"/>
              <a:cs typeface="Poppins"/>
              <a:sym typeface="Poppins"/>
            </a:endParaRPr>
          </a:p>
        </p:txBody>
      </p:sp>
    </p:spTree>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You've got your direction.</a:t>
            </a:r>
            <a:endParaRPr b="1" sz="3200">
              <a:solidFill>
                <a:srgbClr val="000000"/>
              </a:solidFill>
              <a:latin typeface="Poppins"/>
              <a:ea typeface="Poppins"/>
              <a:cs typeface="Poppins"/>
              <a:sym typeface="Poppins"/>
            </a:endParaRPr>
          </a:p>
        </p:txBody>
      </p:sp>
    </p:spTree>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You've got your target.</a:t>
            </a:r>
            <a:endParaRPr b="1" sz="3200">
              <a:solidFill>
                <a:srgbClr val="000000"/>
              </a:solidFill>
              <a:latin typeface="Poppins"/>
              <a:ea typeface="Poppins"/>
              <a:cs typeface="Poppins"/>
              <a:sym typeface="Poppins"/>
            </a:endParaRPr>
          </a:p>
        </p:txBody>
      </p:sp>
    </p:spTree>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now you've got a price, and you're in.</a:t>
            </a:r>
            <a:endParaRPr b="1" sz="3200">
              <a:solidFill>
                <a:srgbClr val="000000"/>
              </a:solidFill>
              <a:latin typeface="Poppins"/>
              <a:ea typeface="Poppins"/>
              <a:cs typeface="Poppins"/>
              <a:sym typeface="Poppins"/>
            </a:endParaRPr>
          </a:p>
        </p:txBody>
      </p:sp>
    </p:spTree>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Which means for the first time today, you've got money on the line.</a:t>
            </a:r>
            <a:endParaRPr b="1" sz="3200">
              <a:solidFill>
                <a:srgbClr val="000000"/>
              </a:solidFill>
              <a:latin typeface="Poppins"/>
              <a:ea typeface="Poppins"/>
              <a:cs typeface="Poppins"/>
              <a:sym typeface="Poppins"/>
            </a:endParaRPr>
          </a:p>
        </p:txBody>
      </p:sp>
    </p:spTree>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this is where it actually gets hard.</a:t>
            </a:r>
            <a:endParaRPr b="1" sz="3200">
              <a:solidFill>
                <a:srgbClr val="000000"/>
              </a:solidFill>
              <a:latin typeface="Poppins"/>
              <a:ea typeface="Poppins"/>
              <a:cs typeface="Poppins"/>
              <a:sym typeface="Poppins"/>
            </a:endParaRPr>
          </a:p>
        </p:txBody>
      </p:sp>
    </p:spTree>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from this second onwards you're not analysing anything…</a:t>
            </a:r>
            <a:endParaRPr b="1" sz="3200">
              <a:solidFill>
                <a:srgbClr val="000000"/>
              </a:solidFill>
              <a:latin typeface="Poppins"/>
              <a:ea typeface="Poppins"/>
              <a:cs typeface="Poppins"/>
              <a:sym typeface="Poppins"/>
            </a:endParaRPr>
          </a:p>
        </p:txBody>
      </p:sp>
    </p:spTree>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You're holding.</a:t>
            </a:r>
            <a:endParaRPr b="1" sz="3200">
              <a:solidFill>
                <a:srgbClr val="000000"/>
              </a:solidFill>
              <a:latin typeface="Poppins"/>
              <a:ea typeface="Poppins"/>
              <a:cs typeface="Poppins"/>
              <a:sym typeface="Poppins"/>
            </a:endParaRPr>
          </a:p>
        </p:txBody>
      </p:sp>
    </p:spTree>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Price is moving, and your account is moving with it.</a:t>
            </a:r>
            <a:endParaRPr b="1" sz="3200">
              <a:solidFill>
                <a:srgbClr val="000000"/>
              </a:solidFill>
              <a:latin typeface="Poppins"/>
              <a:ea typeface="Poppins"/>
              <a:cs typeface="Poppins"/>
              <a:sym typeface="Poppins"/>
            </a:endParaRPr>
          </a:p>
        </p:txBody>
      </p:sp>
    </p:spTree>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step 4 is about exiting your trades properly - so you don’t lose your money for no reason.</a:t>
            </a:r>
            <a:endParaRPr b="1" sz="3200">
              <a:solidFill>
                <a:srgbClr val="000000"/>
              </a:solidFill>
              <a:latin typeface="Poppins"/>
              <a:ea typeface="Poppins"/>
              <a:cs typeface="Poppins"/>
              <a:sym typeface="Poppins"/>
            </a:endParaRPr>
          </a:p>
        </p:txBody>
      </p:sp>
    </p:spTree>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there are 3 things to it.</a:t>
            </a:r>
            <a:endParaRPr b="1" sz="3200">
              <a:solidFill>
                <a:srgbClr val="000000"/>
              </a:solidFill>
              <a:latin typeface="Poppins"/>
              <a:ea typeface="Poppins"/>
              <a:cs typeface="Poppins"/>
              <a:sym typeface="Poppins"/>
            </a:endParaRPr>
          </a:p>
        </p:txBody>
      </p:sp>
    </p:spTree>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Where your stop goes before you're even in.</a:t>
            </a:r>
            <a:endParaRPr b="1" sz="3200">
              <a:solidFill>
                <a:srgbClr val="000000"/>
              </a:solidFill>
              <a:latin typeface="Poppins"/>
              <a:ea typeface="Poppins"/>
              <a:cs typeface="Poppins"/>
              <a:sym typeface="Poppins"/>
            </a:endParaRPr>
          </a:p>
        </p:txBody>
      </p:sp>
    </p:spTree>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When you move it, so the trade can't hurt you anymore.</a:t>
            </a:r>
            <a:endParaRPr b="1" sz="3200">
              <a:solidFill>
                <a:srgbClr val="000000"/>
              </a:solidFill>
              <a:latin typeface="Poppins"/>
              <a:ea typeface="Poppins"/>
              <a:cs typeface="Poppins"/>
              <a:sym typeface="Poppins"/>
            </a:endParaRPr>
          </a:p>
        </p:txBody>
      </p:sp>
    </p:spTree>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where you actually take the money off the table.</a:t>
            </a:r>
            <a:endParaRPr b="1" sz="3200">
              <a:solidFill>
                <a:srgbClr val="000000"/>
              </a:solidFill>
              <a:latin typeface="Poppins"/>
              <a:ea typeface="Poppins"/>
              <a:cs typeface="Poppins"/>
              <a:sym typeface="Poppins"/>
            </a:endParaRPr>
          </a:p>
        </p:txBody>
      </p:sp>
    </p:spTree>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All of it decided FOR YOU in advance.</a:t>
            </a:r>
            <a:endParaRPr b="1" sz="3200">
              <a:solidFill>
                <a:srgbClr val="000000"/>
              </a:solidFill>
              <a:latin typeface="Poppins"/>
              <a:ea typeface="Poppins"/>
              <a:cs typeface="Poppins"/>
              <a:sym typeface="Poppins"/>
            </a:endParaRPr>
          </a:p>
        </p:txBody>
      </p:sp>
    </p:spTree>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STEP 4: THE EXIT</a:t>
            </a:r>
            <a:endParaRPr b="1" sz="3200">
              <a:solidFill>
                <a:srgbClr val="000000"/>
              </a:solidFill>
              <a:latin typeface="Poppins"/>
              <a:ea typeface="Poppins"/>
              <a:cs typeface="Poppins"/>
              <a:sym typeface="Poppins"/>
            </a:endParaRPr>
          </a:p>
        </p:txBody>
      </p:sp>
    </p:spTree>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now you're in your trade.</a:t>
            </a:r>
            <a:endParaRPr b="1" sz="3200">
              <a:solidFill>
                <a:srgbClr val="000000"/>
              </a:solidFill>
              <a:latin typeface="Poppins"/>
              <a:ea typeface="Poppins"/>
              <a:cs typeface="Poppins"/>
              <a:sym typeface="Poppins"/>
            </a:endParaRPr>
          </a:p>
        </p:txBody>
      </p:sp>
    </p:spTree>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this step is shorter than you think, because you already know your target. You marked it back in step 2, it's the opposing end of the range.</a:t>
            </a:r>
            <a:endParaRPr b="1" sz="3200">
              <a:solidFill>
                <a:srgbClr val="000000"/>
              </a:solidFill>
              <a:latin typeface="Poppins"/>
              <a:ea typeface="Poppins"/>
              <a:cs typeface="Poppins"/>
              <a:sym typeface="Poppins"/>
            </a:endParaRPr>
          </a:p>
        </p:txBody>
      </p:sp>
    </p:spTree>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this step is only about one thing: what you do on the way there.</a:t>
            </a:r>
            <a:endParaRPr b="1" sz="3200">
              <a:solidFill>
                <a:srgbClr val="000000"/>
              </a:solidFill>
              <a:latin typeface="Poppins"/>
              <a:ea typeface="Poppins"/>
              <a:cs typeface="Poppins"/>
              <a:sym typeface="Poppins"/>
            </a:endParaRPr>
          </a:p>
        </p:txBody>
      </p:sp>
    </p:spTree>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I'll show you why that matters with the worst day I've ever had.</a:t>
            </a:r>
            <a:endParaRPr b="1" sz="3200">
              <a:solidFill>
                <a:srgbClr val="000000"/>
              </a:solidFill>
              <a:latin typeface="Poppins"/>
              <a:ea typeface="Poppins"/>
              <a:cs typeface="Poppins"/>
              <a:sym typeface="Poppins"/>
            </a:endParaRPr>
          </a:p>
        </p:txBody>
      </p:sp>
    </p:spTree>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-$8,580 day. P&amp;L first. Sit on it. Then the chart.]</a:t>
            </a:r>
            <a:endParaRPr b="1" i="1" sz="3200">
              <a:solidFill>
                <a:srgbClr val="000000"/>
              </a:solidFill>
              <a:latin typeface="Poppins"/>
              <a:ea typeface="Poppins"/>
              <a:cs typeface="Poppins"/>
              <a:sym typeface="Poppins"/>
            </a:endParaRPr>
          </a:p>
        </p:txBody>
      </p:sp>
    </p:spTree>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$8,580. One day. Gone.</a:t>
            </a:r>
            <a:endParaRPr b="1" i="1" sz="3200">
              <a:solidFill>
                <a:srgbClr val="000000"/>
              </a:solidFill>
              <a:latin typeface="Poppins"/>
              <a:ea typeface="Poppins"/>
              <a:cs typeface="Poppins"/>
              <a:sym typeface="Poppins"/>
            </a:endParaRPr>
          </a:p>
        </p:txBody>
      </p:sp>
    </p:spTree>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I got in, I set my stop… and I failed to set a take profit.</a:t>
            </a:r>
            <a:endParaRPr b="1" i="1" sz="3200">
              <a:solidFill>
                <a:srgbClr val="000000"/>
              </a:solidFill>
              <a:latin typeface="Poppins"/>
              <a:ea typeface="Poppins"/>
              <a:cs typeface="Poppins"/>
              <a:sym typeface="Poppins"/>
            </a:endParaRPr>
          </a:p>
        </p:txBody>
      </p:sp>
    </p:spTree>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My alert went off, I came back, and it had hit my target and come all the way back through my stop.</a:t>
            </a:r>
            <a:endParaRPr b="1" i="1" sz="3200">
              <a:solidFill>
                <a:srgbClr val="000000"/>
              </a:solidFill>
              <a:latin typeface="Poppins"/>
              <a:ea typeface="Poppins"/>
              <a:cs typeface="Poppins"/>
              <a:sym typeface="Poppins"/>
            </a:endParaRPr>
          </a:p>
        </p:txBody>
      </p:sp>
    </p:spTree>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That's human error. We move on.</a:t>
            </a:r>
            <a:endParaRPr b="1" i="1" sz="3200">
              <a:solidFill>
                <a:srgbClr val="000000"/>
              </a:solidFill>
              <a:latin typeface="Poppins"/>
              <a:ea typeface="Poppins"/>
              <a:cs typeface="Poppins"/>
              <a:sym typeface="Poppins"/>
            </a:endParaRPr>
          </a:p>
        </p:txBody>
      </p:sp>
    </p:spTree>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setup was right. The system was right. I was wrong.</a:t>
            </a:r>
            <a:endParaRPr b="1" i="1" sz="3200">
              <a:solidFill>
                <a:srgbClr val="000000"/>
              </a:solidFill>
              <a:latin typeface="Poppins"/>
              <a:ea typeface="Poppins"/>
              <a:cs typeface="Poppins"/>
              <a:sym typeface="Poppins"/>
            </a:endParaRPr>
          </a:p>
        </p:txBody>
      </p:sp>
    </p:spTree>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The system never fails me — if I lose, I failed the system.</a:t>
            </a:r>
            <a:endParaRPr b="1" i="1" sz="3200">
              <a:solidFill>
                <a:srgbClr val="000000"/>
              </a:solidFill>
              <a:latin typeface="Poppins"/>
              <a:ea typeface="Poppins"/>
              <a:cs typeface="Poppins"/>
              <a:sym typeface="Poppins"/>
            </a:endParaRPr>
          </a:p>
        </p:txBody>
      </p:sp>
    </p:spTree>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 still finished that month green, because one bad day inside a repeatable process is just a bad day.</a:t>
            </a:r>
            <a:endParaRPr b="1" sz="3200">
              <a:solidFill>
                <a:srgbClr val="000000"/>
              </a:solidFill>
              <a:latin typeface="Poppins"/>
              <a:ea typeface="Poppins"/>
              <a:cs typeface="Poppins"/>
              <a:sym typeface="Poppins"/>
            </a:endParaRPr>
          </a:p>
        </p:txBody>
      </p:sp>
    </p:spTree>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But that's the exact reason this step exists. So here's what I do now, and it's 3 things.</a:t>
            </a:r>
            <a:endParaRPr b="1" sz="3200">
              <a:solidFill>
                <a:srgbClr val="000000"/>
              </a:solidFill>
              <a:latin typeface="Poppins"/>
              <a:ea typeface="Poppins"/>
              <a:cs typeface="Poppins"/>
              <a:sym typeface="Poppins"/>
            </a:endParaRPr>
          </a:p>
        </p:txBody>
      </p:sp>
    </p:spTree>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[All 3 on screen.]</a:t>
            </a:r>
            <a:endParaRPr b="1" i="1" sz="3200">
              <a:solidFill>
                <a:srgbClr val="000000"/>
              </a:solidFill>
              <a:latin typeface="Poppins"/>
              <a:ea typeface="Poppins"/>
              <a:cs typeface="Poppins"/>
              <a:sym typeface="Poppins"/>
            </a:endParaRPr>
          </a:p>
        </p:txBody>
      </p:sp>
    </p:spTree>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Stop goes below the low that just got swept</a:t>
            </a:r>
            <a:endParaRPr b="1" sz="3200">
              <a:solidFill>
                <a:srgbClr val="000000"/>
              </a:solidFill>
              <a:latin typeface="Poppins"/>
              <a:ea typeface="Poppins"/>
              <a:cs typeface="Poppins"/>
              <a:sym typeface="Poppins"/>
            </a:endParaRPr>
          </a:p>
        </p:txBody>
      </p:sp>
    </p:spTree>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Then the market grades itself — 25, 50, 75</a:t>
            </a:r>
            <a:endParaRPr b="1" sz="3200">
              <a:solidFill>
                <a:srgbClr val="000000"/>
              </a:solidFill>
              <a:latin typeface="Poppins"/>
              <a:ea typeface="Poppins"/>
              <a:cs typeface="Poppins"/>
              <a:sym typeface="Poppins"/>
            </a:endParaRPr>
          </a:p>
        </p:txBody>
      </p:sp>
    </p:spTree>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3- Take the money and get out</a:t>
            </a:r>
            <a:endParaRPr b="1" sz="3200">
              <a:solidFill>
                <a:srgbClr val="000000"/>
              </a:solidFill>
              <a:latin typeface="Poppins"/>
              <a:ea typeface="Poppins"/>
              <a:cs typeface="Poppins"/>
              <a:sym typeface="Poppins"/>
            </a:endParaRPr>
          </a:p>
        </p:txBody>
      </p:sp>
    </p:spTree>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1- Your stop goes below the low that just got swept.</a:t>
            </a:r>
            <a:endParaRPr b="1" sz="3200">
              <a:solidFill>
                <a:srgbClr val="000000"/>
              </a:solidFill>
              <a:latin typeface="Poppins"/>
              <a:ea typeface="Poppins"/>
              <a:cs typeface="Poppins"/>
              <a:sym typeface="Poppins"/>
            </a:endParaRPr>
          </a:p>
        </p:txBody>
      </p:sp>
    </p:spTree>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Below the low if you're buying, above the high if you're selling.</a:t>
            </a:r>
            <a:endParaRPr b="1" sz="3200">
              <a:solidFill>
                <a:srgbClr val="000000"/>
              </a:solidFill>
              <a:latin typeface="Poppins"/>
              <a:ea typeface="Poppins"/>
              <a:cs typeface="Poppins"/>
              <a:sym typeface="Poppins"/>
            </a:endParaRPr>
          </a:p>
        </p:txBody>
      </p:sp>
    </p:spTree>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if price goes back through the level it just cleared, the reason you're in has gone.</a:t>
            </a:r>
            <a:endParaRPr b="1" sz="3200">
              <a:solidFill>
                <a:srgbClr val="000000"/>
              </a:solidFill>
              <a:latin typeface="Poppins"/>
              <a:ea typeface="Poppins"/>
              <a:cs typeface="Poppins"/>
              <a:sym typeface="Poppins"/>
            </a:endParaRPr>
          </a:p>
        </p:txBody>
      </p:sp>
    </p:spTree>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2- Then the market grades itself on the way to your target.</a:t>
            </a:r>
            <a:endParaRPr b="1" sz="3200">
              <a:solidFill>
                <a:srgbClr val="000000"/>
              </a:solidFill>
              <a:latin typeface="Poppins"/>
              <a:ea typeface="Poppins"/>
              <a:cs typeface="Poppins"/>
              <a:sym typeface="Poppins"/>
            </a:endParaRPr>
          </a:p>
        </p:txBody>
      </p:sp>
    </p:spTree>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LIVE</a:t>
            </a:r>
            <a:endParaRPr b="1" sz="3200">
              <a:solidFill>
                <a:srgbClr val="000000"/>
              </a:solidFill>
              <a:latin typeface="Poppins"/>
              <a:ea typeface="Poppins"/>
              <a:cs typeface="Poppins"/>
              <a:sym typeface="Poppins"/>
            </a:endParaRPr>
          </a:p>
        </p:txBody>
      </p:sp>
    </p:spTree>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[Graded price swing on the anchor day. 25, 50, 75 marked. Walk a trade through, calling each level as price crosses.]</a:t>
            </a:r>
            <a:endParaRPr b="1" i="1" sz="3200">
              <a:solidFill>
                <a:srgbClr val="000000"/>
              </a:solidFill>
              <a:latin typeface="Poppins"/>
              <a:ea typeface="Poppins"/>
              <a:cs typeface="Poppins"/>
              <a:sym typeface="Poppins"/>
            </a:endParaRPr>
          </a:p>
        </p:txBody>
      </p:sp>
    </p:spTree>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Past 25, sentiment's beginning to shift and buyers are stepping in. That's my confirmation.</a:t>
            </a:r>
            <a:endParaRPr b="1" i="1" sz="3200">
              <a:solidFill>
                <a:srgbClr val="000000"/>
              </a:solidFill>
              <a:latin typeface="Poppins"/>
              <a:ea typeface="Poppins"/>
              <a:cs typeface="Poppins"/>
              <a:sym typeface="Poppins"/>
            </a:endParaRPr>
          </a:p>
        </p:txBody>
      </p:sp>
    </p:spTree>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Past 50, the market has no need to come back to 25. That's where I move to break even.</a:t>
            </a:r>
            <a:endParaRPr b="1" i="1" sz="3200">
              <a:solidFill>
                <a:srgbClr val="000000"/>
              </a:solidFill>
              <a:latin typeface="Poppins"/>
              <a:ea typeface="Poppins"/>
              <a:cs typeface="Poppins"/>
              <a:sym typeface="Poppins"/>
            </a:endParaRPr>
          </a:p>
        </p:txBody>
      </p:sp>
    </p:spTree>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50 to 75 is where I'm taking money off.</a:t>
            </a:r>
            <a:endParaRPr b="1" i="1" sz="3200">
              <a:solidFill>
                <a:srgbClr val="000000"/>
              </a:solidFill>
              <a:latin typeface="Poppins"/>
              <a:ea typeface="Poppins"/>
              <a:cs typeface="Poppins"/>
              <a:sym typeface="Poppins"/>
            </a:endParaRPr>
          </a:p>
        </p:txBody>
      </p:sp>
    </p:spTree>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i="1" lang="en" sz="3200">
                <a:solidFill>
                  <a:srgbClr val="000000"/>
                </a:solidFill>
                <a:latin typeface="Poppins"/>
                <a:ea typeface="Poppins"/>
                <a:cs typeface="Poppins"/>
                <a:sym typeface="Poppins"/>
              </a:rPr>
              <a:t>And once it closes at 75, that's exactly where it should rally into the opposing end.</a:t>
            </a:r>
            <a:endParaRPr b="1" i="1" sz="3200">
              <a:solidFill>
                <a:srgbClr val="000000"/>
              </a:solidFill>
              <a:latin typeface="Poppins"/>
              <a:ea typeface="Poppins"/>
              <a:cs typeface="Poppins"/>
              <a:sym typeface="Poppins"/>
            </a:endParaRPr>
          </a:p>
        </p:txBody>
      </p:sp>
    </p:spTree>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notice what's happening there. I'm not deciding anything on the way to my target either. The market's grading itself and I'm just reading the score.</a:t>
            </a:r>
            <a:endParaRPr b="1" sz="3200">
              <a:solidFill>
                <a:srgbClr val="000000"/>
              </a:solidFill>
              <a:latin typeface="Poppins"/>
              <a:ea typeface="Poppins"/>
              <a:cs typeface="Poppins"/>
              <a:sym typeface="Poppins"/>
            </a:endParaRPr>
          </a:p>
        </p:txBody>
      </p:sp>
    </p:spTree>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3- Take the money and get out.</a:t>
            </a:r>
            <a:endParaRPr b="1" sz="3200">
              <a:solidFill>
                <a:srgbClr val="000000"/>
              </a:solidFill>
              <a:latin typeface="Poppins"/>
              <a:ea typeface="Poppins"/>
              <a:cs typeface="Poppins"/>
              <a:sym typeface="Poppins"/>
            </a:endParaRPr>
          </a:p>
        </p:txBody>
      </p:sp>
    </p:spTree>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honestly, most days I'm not waiting for all of that.</a:t>
            </a:r>
            <a:endParaRPr b="1" sz="3200">
              <a:solidFill>
                <a:srgbClr val="000000"/>
              </a:solidFill>
              <a:latin typeface="Poppins"/>
              <a:ea typeface="Poppins"/>
              <a:cs typeface="Poppins"/>
              <a:sym typeface="Poppins"/>
            </a:endParaRPr>
          </a:p>
        </p:txBody>
      </p:sp>
    </p:spTree>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The easiest target is the opposing end, because I want to make my money and get out.</a:t>
            </a:r>
            <a:endParaRPr b="1" sz="3200">
              <a:solidFill>
                <a:srgbClr val="000000"/>
              </a:solidFill>
              <a:latin typeface="Poppins"/>
              <a:ea typeface="Poppins"/>
              <a:cs typeface="Poppins"/>
              <a:sym typeface="Poppins"/>
            </a:endParaRPr>
          </a:p>
        </p:txBody>
      </p:sp>
    </p:spTree>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 don't want to be sat inside the market for too long.</a:t>
            </a:r>
            <a:endParaRPr b="1" sz="3200">
              <a:solidFill>
                <a:srgbClr val="000000"/>
              </a:solidFill>
              <a:latin typeface="Poppins"/>
              <a:ea typeface="Poppins"/>
              <a:cs typeface="Poppins"/>
              <a:sym typeface="Poppins"/>
            </a:endParaRPr>
          </a:p>
        </p:txBody>
      </p:sp>
    </p:spTree>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Normally it takes 10 to 15 minutes to hit take profit from the 9:30 open.</a:t>
            </a:r>
            <a:endParaRPr b="1" sz="3200">
              <a:solidFill>
                <a:srgbClr val="000000"/>
              </a:solidFill>
              <a:latin typeface="Poppins"/>
              <a:ea typeface="Poppins"/>
              <a:cs typeface="Poppins"/>
              <a:sym typeface="Poppins"/>
            </a:endParaRPr>
          </a:p>
        </p:txBody>
      </p:sp>
    </p:spTree>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If you're 30 minutes in and price is still sat at your entry, something's wrong.</a:t>
            </a:r>
            <a:endParaRPr b="1" sz="3200">
              <a:solidFill>
                <a:srgbClr val="000000"/>
              </a:solidFill>
              <a:latin typeface="Poppins"/>
              <a:ea typeface="Poppins"/>
              <a:cs typeface="Poppins"/>
              <a:sym typeface="Poppins"/>
            </a:endParaRPr>
          </a:p>
        </p:txBody>
      </p:sp>
    </p:spTree>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no one ever, and I mean ever, goes broke taking profit…</a:t>
            </a:r>
            <a:endParaRPr b="1" sz="3200">
              <a:solidFill>
                <a:srgbClr val="000000"/>
              </a:solidFill>
              <a:latin typeface="Poppins"/>
              <a:ea typeface="Poppins"/>
              <a:cs typeface="Poppins"/>
              <a:sym typeface="Poppins"/>
            </a:endParaRPr>
          </a:p>
        </p:txBody>
      </p:sp>
    </p:spTree>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go broke taking losses.</a:t>
            </a:r>
            <a:endParaRPr b="1" sz="3200">
              <a:solidFill>
                <a:srgbClr val="000000"/>
              </a:solidFill>
              <a:latin typeface="Poppins"/>
              <a:ea typeface="Poppins"/>
              <a:cs typeface="Poppins"/>
              <a:sym typeface="Poppins"/>
            </a:endParaRPr>
          </a:p>
        </p:txBody>
      </p:sp>
    </p:spTree>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One last thing, because this is what real trading actually looks like.</a:t>
            </a:r>
            <a:endParaRPr b="1" sz="3200">
              <a:solidFill>
                <a:srgbClr val="000000"/>
              </a:solidFill>
              <a:latin typeface="Poppins"/>
              <a:ea typeface="Poppins"/>
              <a:cs typeface="Poppins"/>
              <a:sym typeface="Poppins"/>
            </a:endParaRPr>
          </a:p>
        </p:txBody>
      </p:sp>
    </p:spTree>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 might buy that return to the order block and get stopped out anyway… It happens to me.</a:t>
            </a:r>
            <a:endParaRPr b="1" sz="3200">
              <a:solidFill>
                <a:srgbClr val="000000"/>
              </a:solidFill>
              <a:latin typeface="Poppins"/>
              <a:ea typeface="Poppins"/>
              <a:cs typeface="Poppins"/>
              <a:sym typeface="Poppins"/>
            </a:endParaRPr>
          </a:p>
        </p:txBody>
      </p:sp>
    </p:spTree>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take 2 trades in the same direction.</a:t>
            </a:r>
            <a:endParaRPr b="1" sz="3200">
              <a:solidFill>
                <a:srgbClr val="000000"/>
              </a:solidFill>
              <a:latin typeface="Poppins"/>
              <a:ea typeface="Poppins"/>
              <a:cs typeface="Poppins"/>
              <a:sym typeface="Poppins"/>
            </a:endParaRPr>
          </a:p>
        </p:txBody>
      </p:sp>
    </p:spTree>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If they're both wrong, then you're just wrong on the day, and you come back tomorrow.</a:t>
            </a:r>
            <a:endParaRPr b="1" sz="3200">
              <a:solidFill>
                <a:srgbClr val="000000"/>
              </a:solidFill>
              <a:latin typeface="Poppins"/>
              <a:ea typeface="Poppins"/>
              <a:cs typeface="Poppins"/>
              <a:sym typeface="Poppins"/>
            </a:endParaRPr>
          </a:p>
        </p:txBody>
      </p:sp>
    </p:spTree>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It's a cost of doing business.</a:t>
            </a:r>
            <a:endParaRPr b="1" sz="3200">
              <a:solidFill>
                <a:srgbClr val="000000"/>
              </a:solidFill>
              <a:latin typeface="Poppins"/>
              <a:ea typeface="Poppins"/>
              <a:cs typeface="Poppins"/>
              <a:sym typeface="Poppins"/>
            </a:endParaRPr>
          </a:p>
        </p:txBody>
      </p:sp>
    </p:spTree>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that's the whole system.</a:t>
            </a:r>
            <a:endParaRPr b="1" sz="3200">
              <a:solidFill>
                <a:srgbClr val="000000"/>
              </a:solidFill>
              <a:latin typeface="Poppins"/>
              <a:ea typeface="Poppins"/>
              <a:cs typeface="Poppins"/>
              <a:sym typeface="Poppins"/>
            </a:endParaRPr>
          </a:p>
        </p:txBody>
      </p:sp>
    </p:spTree>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I want to say something before we go any further, because I know what some of you are thinking right now.</a:t>
            </a:r>
            <a:endParaRPr b="1" sz="3200">
              <a:solidFill>
                <a:srgbClr val="000000"/>
              </a:solidFill>
              <a:latin typeface="Poppins"/>
              <a:ea typeface="Poppins"/>
              <a:cs typeface="Poppins"/>
              <a:sym typeface="Poppins"/>
            </a:endParaRPr>
          </a:p>
        </p:txBody>
      </p:sp>
    </p:spTree>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That felt like a lot.</a:t>
            </a:r>
            <a:endParaRPr b="1" sz="3200">
              <a:solidFill>
                <a:srgbClr val="000000"/>
              </a:solidFill>
              <a:latin typeface="Poppins"/>
              <a:ea typeface="Poppins"/>
              <a:cs typeface="Poppins"/>
              <a:sym typeface="Poppins"/>
            </a:endParaRPr>
          </a:p>
        </p:txBody>
      </p:sp>
    </p:spTree>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Boxes, sweeps, rotations, order blocks, levels… and you're sat there wondering how you're supposed to hold all of that in your head at 9:30 in the morning.</a:t>
            </a:r>
            <a:endParaRPr b="1" sz="3200">
              <a:solidFill>
                <a:srgbClr val="000000"/>
              </a:solidFill>
              <a:latin typeface="Poppins"/>
              <a:ea typeface="Poppins"/>
              <a:cs typeface="Poppins"/>
              <a:sym typeface="Poppins"/>
            </a:endParaRPr>
          </a:p>
        </p:txBody>
      </p:sp>
    </p:spTree>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let me take that worry off you right now.</a:t>
            </a:r>
            <a:endParaRPr b="1" sz="3200">
              <a:solidFill>
                <a:srgbClr val="000000"/>
              </a:solidFill>
              <a:latin typeface="Poppins"/>
              <a:ea typeface="Poppins"/>
              <a:cs typeface="Poppins"/>
              <a:sym typeface="Poppins"/>
            </a:endParaRPr>
          </a:p>
        </p:txBody>
      </p:sp>
    </p:spTree>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You're not going to be doing 4 things. You're going to be doing 1 thing.</a:t>
            </a:r>
            <a:endParaRPr b="1" sz="3200">
              <a:solidFill>
                <a:srgbClr val="000000"/>
              </a:solidFill>
              <a:latin typeface="Poppins"/>
              <a:ea typeface="Poppins"/>
              <a:cs typeface="Poppins"/>
              <a:sym typeface="Poppins"/>
            </a:endParaRPr>
          </a:p>
        </p:txBody>
      </p:sp>
    </p:spTree>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Because in real time, all 4 of those steps happen inside about 12 minutes. And they happen in the same order, every single day.</a:t>
            </a:r>
            <a:endParaRPr b="1" sz="3200">
              <a:solidFill>
                <a:srgbClr val="000000"/>
              </a:solidFill>
              <a:latin typeface="Poppins"/>
              <a:ea typeface="Poppins"/>
              <a:cs typeface="Poppins"/>
              <a:sym typeface="Poppins"/>
            </a:endParaRPr>
          </a:p>
        </p:txBody>
      </p:sp>
    </p:spTree>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It only feels like a lot because I've spent the last hour pulling it apart in slow motion.</a:t>
            </a:r>
            <a:endParaRPr b="1" sz="3200">
              <a:solidFill>
                <a:srgbClr val="000000"/>
              </a:solidFill>
              <a:latin typeface="Poppins"/>
              <a:ea typeface="Poppins"/>
              <a:cs typeface="Poppins"/>
              <a:sym typeface="Poppins"/>
            </a:endParaRPr>
          </a:p>
        </p:txBody>
      </p:sp>
    </p:spTree>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Does that make sense? Give me a yes in the chat.</a:t>
            </a:r>
            <a:endParaRPr b="1" sz="3200">
              <a:solidFill>
                <a:srgbClr val="000000"/>
              </a:solidFill>
              <a:latin typeface="Poppins"/>
              <a:ea typeface="Poppins"/>
              <a:cs typeface="Poppins"/>
              <a:sym typeface="Poppins"/>
            </a:endParaRPr>
          </a:p>
        </p:txBody>
      </p:sp>
    </p:spTree>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here's what we're doing now.</a:t>
            </a:r>
            <a:endParaRPr b="1" sz="3200">
              <a:solidFill>
                <a:srgbClr val="000000"/>
              </a:solidFill>
              <a:latin typeface="Poppins"/>
              <a:ea typeface="Poppins"/>
              <a:cs typeface="Poppins"/>
              <a:sym typeface="Poppins"/>
            </a:endParaRPr>
          </a:p>
        </p:txBody>
      </p:sp>
    </p:spTree>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I'm going to put up a day you have never seen before, and I'm going to run the whole thing start to finish at normal speed. No pausing to explain it.</a:t>
            </a:r>
            <a:endParaRPr b="1" sz="3200">
              <a:solidFill>
                <a:srgbClr val="000000"/>
              </a:solidFill>
              <a:latin typeface="Poppins"/>
              <a:ea typeface="Poppins"/>
              <a:cs typeface="Poppins"/>
              <a:sym typeface="Poppins"/>
            </a:endParaRPr>
          </a:p>
        </p:txBody>
      </p:sp>
    </p:spTree>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Range</a:t>
            </a:r>
            <a:endParaRPr b="1" sz="3200">
              <a:solidFill>
                <a:srgbClr val="000000"/>
              </a:solidFill>
              <a:latin typeface="Poppins"/>
              <a:ea typeface="Poppins"/>
              <a:cs typeface="Poppins"/>
              <a:sym typeface="Poppins"/>
            </a:endParaRPr>
          </a:p>
          <a:p>
            <a:pPr indent="0" lvl="0" marL="0" rtl="0" algn="ctr">
              <a:spcBef>
                <a:spcPts val="0"/>
              </a:spcBef>
              <a:spcAft>
                <a:spcPts val="0"/>
              </a:spcAft>
              <a:buNone/>
            </a:pPr>
            <a:r>
              <a:rPr b="1" lang="en" sz="3200">
                <a:solidFill>
                  <a:srgbClr val="000000"/>
                </a:solidFill>
                <a:latin typeface="Poppins"/>
                <a:ea typeface="Poppins"/>
                <a:cs typeface="Poppins"/>
                <a:sym typeface="Poppins"/>
              </a:rPr>
              <a:t>Bias</a:t>
            </a:r>
            <a:endParaRPr b="1" sz="3200">
              <a:solidFill>
                <a:srgbClr val="000000"/>
              </a:solidFill>
              <a:latin typeface="Poppins"/>
              <a:ea typeface="Poppins"/>
              <a:cs typeface="Poppins"/>
              <a:sym typeface="Poppins"/>
            </a:endParaRPr>
          </a:p>
          <a:p>
            <a:pPr indent="0" lvl="0" marL="0" rtl="0" algn="ctr">
              <a:spcBef>
                <a:spcPts val="0"/>
              </a:spcBef>
              <a:spcAft>
                <a:spcPts val="0"/>
              </a:spcAft>
              <a:buNone/>
            </a:pPr>
            <a:r>
              <a:rPr b="1" lang="en" sz="3200">
                <a:solidFill>
                  <a:srgbClr val="000000"/>
                </a:solidFill>
                <a:latin typeface="Poppins"/>
                <a:ea typeface="Poppins"/>
                <a:cs typeface="Poppins"/>
                <a:sym typeface="Poppins"/>
              </a:rPr>
              <a:t>Entry</a:t>
            </a:r>
            <a:endParaRPr b="1" sz="3200">
              <a:solidFill>
                <a:srgbClr val="000000"/>
              </a:solidFill>
              <a:latin typeface="Poppins"/>
              <a:ea typeface="Poppins"/>
              <a:cs typeface="Poppins"/>
              <a:sym typeface="Poppins"/>
            </a:endParaRPr>
          </a:p>
          <a:p>
            <a:pPr indent="0" lvl="0" marL="0" rtl="0" algn="ctr">
              <a:spcBef>
                <a:spcPts val="0"/>
              </a:spcBef>
              <a:spcAft>
                <a:spcPts val="0"/>
              </a:spcAft>
              <a:buNone/>
            </a:pPr>
            <a:r>
              <a:rPr b="1" lang="en" sz="3200">
                <a:solidFill>
                  <a:srgbClr val="000000"/>
                </a:solidFill>
                <a:latin typeface="Poppins"/>
                <a:ea typeface="Poppins"/>
                <a:cs typeface="Poppins"/>
                <a:sym typeface="Poppins"/>
              </a:rPr>
              <a:t>Exit</a:t>
            </a:r>
            <a:endParaRPr b="1" sz="3200">
              <a:solidFill>
                <a:srgbClr val="000000"/>
              </a:solidFill>
              <a:latin typeface="Poppins"/>
              <a:ea typeface="Poppins"/>
              <a:cs typeface="Poppins"/>
              <a:sym typeface="Poppins"/>
            </a:endParaRPr>
          </a:p>
        </p:txBody>
      </p:sp>
    </p:spTree>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So you can see what it actually looks like when it's not being taught to you. When it's just being traded.</a:t>
            </a:r>
            <a:endParaRPr b="1" sz="3200">
              <a:solidFill>
                <a:srgbClr val="000000"/>
              </a:solidFill>
              <a:latin typeface="Poppins"/>
              <a:ea typeface="Poppins"/>
              <a:cs typeface="Poppins"/>
              <a:sym typeface="Poppins"/>
            </a:endParaRPr>
          </a:p>
        </p:txBody>
      </p:sp>
    </p:spTree>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And then I'll show you 3 more trades I took that same week, so you can watch the same thing happen over and over and over and over again.</a:t>
            </a:r>
            <a:endParaRPr b="1" sz="3200">
              <a:solidFill>
                <a:srgbClr val="000000"/>
              </a:solidFill>
              <a:latin typeface="Poppins"/>
              <a:ea typeface="Poppins"/>
              <a:cs typeface="Poppins"/>
              <a:sym typeface="Poppins"/>
            </a:endParaRPr>
          </a:p>
        </p:txBody>
      </p:sp>
    </p:spTree>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Shape 1"/>
        <p:cNvGrpSpPr/>
        <p:nvPr/>
      </p:nvGrpSpPr>
      <p:grpSpPr>
        <a:xfrm>
          <a:off x="0" y="0"/>
          <a:ext cx="0" cy="0"/>
          <a:chOff x="0" y="0"/>
          <a:chExt cx="0" cy="0"/>
        </a:xfrm>
      </p:grpSpPr>
      <p:sp>
        <p:nvSpPr>
          <p:cNvPr id="2" name="Script"/>
          <p:cNvSpPr txBox="1"/>
          <p:nvPr/>
        </p:nvSpPr>
        <p:spPr>
          <a:xfrm>
            <a:off x="85500" y="257175"/>
            <a:ext cx="8973000" cy="4629150"/>
          </a:xfrm>
          <a:prstGeom prst="rect">
            <a:avLst/>
          </a:prstGeom>
          <a:noFill/>
          <a:ln>
            <a:noFill/>
          </a:ln>
        </p:spPr>
        <p:txBody>
          <a:bodyPr anchorCtr="0" anchor="ctr" bIns="91425" lIns="91425" spcFirstLastPara="1" rIns="91425" wrap="square" tIns="91425"/>
          <a:lstStyle/>
          <a:p>
            <a:pPr indent="0" lvl="0" marL="0" rtl="0" algn="ctr">
              <a:spcBef>
                <a:spcPts val="0"/>
              </a:spcBef>
              <a:spcAft>
                <a:spcPts val="0"/>
              </a:spcAft>
              <a:buNone/>
            </a:pPr>
            <a:r>
              <a:rPr b="1" lang="en" sz="3200">
                <a:solidFill>
                  <a:srgbClr val="000000"/>
                </a:solidFill>
                <a:latin typeface="Poppins"/>
                <a:ea typeface="Poppins"/>
                <a:cs typeface="Poppins"/>
                <a:sym typeface="Poppins"/>
              </a:rPr>
              <a:t>STEP 5: FULL TRADE EXAMPLES</a:t>
            </a:r>
            <a:endParaRPr b="1" sz="3200">
              <a:solidFill>
                <a:srgbClr val="000000"/>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
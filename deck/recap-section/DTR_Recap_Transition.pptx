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57832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that's the whole model…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57832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that's the whole model…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98648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</a:t>
            </a:r>
            <a:pPr indent="0" marL="0">
              <a:buNone/>
            </a:pPr>
            <a:r>
              <a:rPr lang="en-US" sz="40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based ranges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39264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literally dozens of my students have successfully replicated it.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35276"/>
            <a:ext cx="7498080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TESTIMONIAL DUMP</a:t>
            </a:r>
            <a:endParaRPr lang="en-US" sz="4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31520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far on this free live workshop we've covered:</a:t>
            </a:r>
            <a:endParaRPr lang="en-US" sz="2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31520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far on this free live workshop we've covered: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726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472692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1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exact time based ranges I trade, down to the minute, so you can go and mark them on your chart tomorrow morning.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31520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far on this free live workshop we've covered: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726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472692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1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exact time based ranges I trade, down to the minute, so you can go and mark them on your chart tomorrow morning.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859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185924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get your direction from the double break, so you know whether you're a buyer or a seller before the move happens instead of after it.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31520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far on this free live workshop we've covered: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726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472692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1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exact time based ranges I trade, down to the minute, so you can go and mark them on your chart tomorrow morning.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859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185924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get your direction from the double break, so you know whether you're a buyer or a seller before the move happens instead of after it.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991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899156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exact entry I take most days, right down to which candle on your chart it is.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31520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far on this free live workshop we've covered: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726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472692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1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exact time based ranges I trade, down to the minute, so you can go and mark them on your chart tomorrow morning.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859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185924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get your direction from the double break, so you know whether you're a buyer or a seller before the move happens instead of after it.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991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899156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exact entry I take most days, right down to which candle on your chart it is.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123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612388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your stop goes, when to move it, and how to grade the swing at </a:t>
            </a:r>
            <a:pPr indent="0" marL="0">
              <a:buNone/>
            </a:pPr>
            <a:r>
              <a:rPr lang="en-US" sz="1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50 and 75 so the trade manages itself instead of you managing it.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31520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far on this free live workshop we've covered: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726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472692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1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exact time based ranges I trade, down to the minute, so you can go and mark them on your chart tomorrow morning.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859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185924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get your direction from the double break, so you know whether you're a buyer or a seller before the move happens instead of after it.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991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899156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exact entry I take most days, right down to which candle on your chart it is.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123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612388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your stop goes, when to move it, and how to grade the swing at </a:t>
            </a:r>
            <a:pPr indent="0" marL="0">
              <a:buNone/>
            </a:pPr>
            <a:r>
              <a:rPr lang="en-US" sz="1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50 and 75 so the trade manages itself instead of you managing it.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256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4325620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trades from start to finish, on </a:t>
            </a:r>
            <a:pPr indent="0" marL="0">
              <a:buNone/>
            </a:pPr>
            <a:r>
              <a:rPr lang="en-US" sz="1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different days, with third party data behind them.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035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what you know now: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035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what you know now: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78176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see how this is different to everything else you've tried?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72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see yourself sitting down at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9:29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tomorrow and actually running this?</a:t>
            </a:r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35328"/>
            <a:ext cx="7498080" cy="20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see how this takes the decision out of your hands, so there's nothing left for you to be disciplined about?</a:t>
            </a: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72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if you use just a tiny fraction of what I showed you, would you say our time was well spent?</a:t>
            </a:r>
            <a:endParaRPr lang="en-US" sz="3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72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you like to spend even more time together, going even deeper on how to trade these ranges properly?</a:t>
            </a: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Shape 1"/>
          <p:cNvSpPr/>
          <p:nvPr/>
        </p:nvSpPr>
        <p:spPr>
          <a:xfrm>
            <a:off x="1883664" y="2137410"/>
            <a:ext cx="5376672" cy="868680"/>
          </a:xfrm>
          <a:prstGeom prst="roundRect">
            <a:avLst>
              <a:gd name="adj" fmla="val 50000"/>
            </a:avLst>
          </a:prstGeom>
          <a:solidFill>
            <a:srgbClr val="2E7B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883664" y="2137410"/>
            <a:ext cx="5376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a "Yes" in the chat.</a:t>
            </a:r>
            <a:endParaRPr lang="en-US" sz="2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80996"/>
            <a:ext cx="7498080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here's the thing...</a:t>
            </a:r>
            <a:endParaRPr lang="en-US" sz="4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81784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if we had 4 hours together instead of just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minutes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it'd still be tough to pack everything I know into one training.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72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what I gave you today, as valuable as you've just told me it was, is genuinely the tip of the iceberg.</a:t>
            </a:r>
            <a:endParaRPr lang="en-US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79880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example, I trade more than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time based ranges.</a:t>
            </a:r>
            <a:endParaRPr lang="en-US" sz="3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79880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example, I trade more than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time based ranges.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98648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Those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just the ones I can give away.</a:t>
            </a:r>
            <a:endParaRPr lang="en-US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392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 gave you work, as you just saw… But there are a lot of people that are now using it…</a:t>
            </a:r>
            <a:endParaRPr lang="en-US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392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 gave you work, as you just saw… But there are a lot of people that are now using it…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119120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 few thousand more people trading them changes nothing.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392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ones we use are private to me and my mentees, simply to keep them secure and predictable.</a:t>
            </a:r>
            <a:endParaRPr lang="en-US"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392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ones we use are private to me and my mentees, simply to keep them secure and predictable.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119120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literally sign an NDA for it… we want to keep them protected.</a:t>
            </a:r>
            <a:endParaRPr lang="en-US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72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means what I showed you today is the version I can give to anyone.</a:t>
            </a:r>
            <a:endParaRPr lang="en-US" sz="3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76272"/>
            <a:ext cx="74980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if you liked that, you'll love what I've got next.</a:t>
            </a:r>
            <a:endParaRPr lang="en-US" sz="3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39264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basically had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choices while creating this live class for you...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4838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option is:</a:t>
            </a:r>
            <a:endParaRPr lang="en-US" sz="3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4838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option is: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26208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share what I've covered today, we part ways, and you try to figure out the rest on your own.</a:t>
            </a:r>
            <a:endParaRPr lang="en-US" sz="3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392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don’t get me wrong… you could definitely go and make some profits with it…</a:t>
            </a:r>
            <a:endParaRPr lang="en-US" sz="2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392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don’t get me wrong… you could definitely go and make some profits with it…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119120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I’ve gotten so many messages from people making profits from my free course…</a:t>
            </a:r>
            <a:endParaRPr lang="en-US" sz="2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932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this was much more in depth.</a:t>
            </a:r>
            <a:endParaRPr lang="en-US" sz="3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932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this was much more in depth.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67152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it’s a nice option.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32588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BUT…</a:t>
            </a:r>
            <a:endParaRPr lang="en-US" sz="15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4838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second option was:</a:t>
            </a:r>
            <a:endParaRPr lang="en-US" sz="3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4838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second option was: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26208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could take a more active role and responsibility, and ACTUALLY give you everything you need to help you:</a:t>
            </a:r>
            <a:endParaRPr lang="en-US" sz="3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31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731520"/>
            <a:ext cx="6903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rest of my secure private ranges… the parts of this I genuinely can't put out publicly…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31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731520"/>
            <a:ext cx="6903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rest of my secure private ranges… the parts of this I genuinely can't put out publicly…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5453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545336"/>
            <a:ext cx="6903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it consistently, with me going through your actual trades with you every week…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31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731520"/>
            <a:ext cx="6903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rest of my secure private ranges… the parts of this I genuinely can't put out publicly…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5453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545336"/>
            <a:ext cx="6903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it consistently, with me going through your actual trades with you every week…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591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359152"/>
            <a:ext cx="6903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me take these trades live, </a:t>
            </a:r>
            <a:pPr indent="0" marL="0">
              <a:buNone/>
            </a:pPr>
            <a:r>
              <a:rPr lang="en-US" sz="1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times a week</a:t>
            </a:r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so you're seeing it happen in real time instead of hearing about it after…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31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731520"/>
            <a:ext cx="6903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rest of my secure private ranges… the parts of this I genuinely can't put out publicly…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5453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545336"/>
            <a:ext cx="6903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it consistently, with me going through your actual trades with you every week…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591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359152"/>
            <a:ext cx="6903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me take these trades live, </a:t>
            </a:r>
            <a:pPr indent="0" marL="0">
              <a:buNone/>
            </a:pPr>
            <a:r>
              <a:rPr lang="en-US" sz="1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times a week</a:t>
            </a:r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so you're seeing it happen in real time instead of hearing about it after…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729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172968"/>
            <a:ext cx="6903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the exact prop firm rules and risk settings that get you approved and keep you funded…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31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731520"/>
            <a:ext cx="6903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rest of my secure private ranges… the parts of this I genuinely can't put out publicly…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5453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545336"/>
            <a:ext cx="6903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it consistently, with me going through your actual trades with you every week…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591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359152"/>
            <a:ext cx="6903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me take these trades live, </a:t>
            </a:r>
            <a:pPr indent="0" marL="0">
              <a:buNone/>
            </a:pPr>
            <a:r>
              <a:rPr lang="en-US" sz="1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times a week</a:t>
            </a:r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so you're seeing it happen in real time instead of hearing about it after…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729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172968"/>
            <a:ext cx="6903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the exact prop firm rules and risk settings that get you approved and keep you funded…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9867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986784"/>
            <a:ext cx="6903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 down with me one on one every </a:t>
            </a:r>
            <a:pPr indent="0" marL="0">
              <a:buNone/>
            </a:pPr>
            <a:r>
              <a:rPr lang="en-US" sz="1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weeks</a:t>
            </a:r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go through your own charts…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399032"/>
            <a:ext cx="74980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option makes more sense to you?</a:t>
            </a:r>
            <a:endParaRPr lang="en-US" sz="3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399032"/>
            <a:ext cx="74980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option makes more sense to you?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639324" y="3383280"/>
            <a:ext cx="3865352" cy="566928"/>
          </a:xfrm>
          <a:prstGeom prst="roundRect">
            <a:avLst>
              <a:gd name="adj" fmla="val 50000"/>
            </a:avLst>
          </a:prstGeom>
          <a:solidFill>
            <a:srgbClr val="2E7B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639324" y="3383280"/>
            <a:ext cx="3865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or 2? Type it in the chat.</a:t>
            </a:r>
            <a:endParaRPr lang="en-US" sz="17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72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mind if I take a couple minutes to show you something I built that does exactly that?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DTR Live Class</dc:creator>
  <cp:lastModifiedBy>DTR Live Class</cp:lastModifiedBy>
  <cp:revision>1</cp:revision>
  <dcterms:created xsi:type="dcterms:W3CDTF">2026-08-22T20:46:14Z</dcterms:created>
  <dcterms:modified xsi:type="dcterms:W3CDTF">2026-08-22T20:46:14Z</dcterms:modified>
</cp:coreProperties>
</file>
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</p:sldIdLst>
  <p:notesMasterIdLst>
    <p:notesMasterId r:id="rId3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notesMaster" Target="notesMasters/notesMaster1.xml"/><Relationship Id="rId324" Type="http://schemas.openxmlformats.org/officeDocument/2006/relationships/presProps" Target="presProps.xml"/><Relationship Id="rId325" Type="http://schemas.openxmlformats.org/officeDocument/2006/relationships/viewProps" Target="viewProps.xml"/><Relationship Id="rId326" Type="http://schemas.openxmlformats.org/officeDocument/2006/relationships/theme" Target="theme/theme1.xml"/><Relationship Id="rId3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527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100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here to learn my </a:t>
            </a:r>
            <a:pPr algn="ctr"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Ranges</a:t>
            </a:r>
            <a:pPr algn="ctr"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trade profitably starting tomorrow, right?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100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here to learn my </a:t>
            </a:r>
            <a:pPr algn="ctr"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Ranges</a:t>
            </a:r>
            <a:pPr algn="ctr"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trade profitably starting tomorrow, right?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52215" y="3383280"/>
            <a:ext cx="6439571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2215" y="3383280"/>
            <a:ext cx="64395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 a “YES” in the chat if that sounds like you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7528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just showed you my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PnL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7528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just showed you my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PnL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2712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obviously, number on a screen doesn't mean much on its own…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7528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just showed you my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PnL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2712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obviously, number on a screen doesn't mean much on its own…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2542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why I wanted to show you where it actually came from…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7528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just showed you my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PnL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2712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obviously, number on a screen doesn't mean much on its own…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2542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why I wanted to show you where it actually came from…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2371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nearly all of it came from the same trade, at the same time of day, over and over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them: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them: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897211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729571"/>
            <a:ext cx="7178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Monday - Live showing (created this box, takes out one side, I’m in)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2893907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726267"/>
            <a:ext cx="7178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Tuesday - Live showing (created this box, takes out one side, I’m in)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3890603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722963"/>
            <a:ext cx="7178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Friday - Live showing (created this box, takes out one side, I’m in)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2994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didn’t just cherry pick some random trades…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2994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didn’t just cherry pick some random trades…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2272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was all within [5] trading days, from [DATE to DATE]...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2994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didn’t just cherry pick some random trades…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2272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was all within [5] trading days, from [DATE to DATE]...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1551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at the same window on the clock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6756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window is what I call 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minute I'll show you how I found them and HOW &amp; WHY it keeps working.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890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obviously I’m not going to sit here &amp; tell you it works every single day.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890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obviously I’m not going to sit here &amp; tell you it works every single day.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178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knows everything about the markets, and anyone who tells you otherwise is lying to you.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890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obviously I’m not going to sit here &amp; tell you it works every single day.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178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knows everything about the markets, and anyone who tells you otherwise is lying to you.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1551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can tell you is that my setup shows up 1 to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times a week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been enough for months like these: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been enough for months like these: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- August PNLs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if you’re asking yourself whether you can actually do it too…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if you’re asking yourself whether you can actually do it too…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Well… it’s not just me…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527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</a:t>
            </a:r>
            <a:endParaRPr lang="en-US" sz="4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honestly, they were all pretty much exactly like me after my first year or two of trading.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89000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real quick, in case you don't know me…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89000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real quick, in case you don't know me…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084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name's Rauf, I've been trading for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now, and I've made multiple 7 figures from these markets…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89000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real quick, in case you don't know me…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084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name's Rauf, I've been trading for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now, and I've made multiple 7 figures from these markets…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74568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with hundreds of traders and helped them become consistently profitable too…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73072"/>
            <a:ext cx="7498080" cy="1448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MASTERMIND IMAGES…</a:t>
            </a:r>
            <a:endParaRPr lang="en-US" sz="4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25220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 couple of years ago I was sat exactly where those guys were, and probably exactly where you are right now watching this.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25220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 couple of years ago I was sat exactly where those guys were, and probably exactly where you are right now watching this.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7548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Months, and then years, of being inconsistent and unprofitable.</a:t>
            </a:r>
            <a:endParaRPr lang="en-US" sz="2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25220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 couple of years ago I was sat exactly where those guys were, and probably exactly where you are right now watching this.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7548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Months, and then years, of being inconsistent and unprofitable.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7378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tried dozens of strategies, paid for multiple mentorships, and none of it worked.</a:t>
            </a:r>
            <a:endParaRPr lang="en-US" sz="2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721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here's the part that actually messed me up.</a:t>
            </a:r>
            <a:endParaRPr lang="en-US" sz="2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721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here's the part that actually messed me up.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7673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those people had me believing it was my psychology.</a:t>
            </a:r>
            <a:endParaRPr lang="en-US" sz="2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721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here's the part that actually messed me up.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7673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those people had me believing it was my psychology.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7502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 was the problem, and I just needed to fix myself.</a:t>
            </a:r>
            <a:endParaRPr lang="en-US" sz="2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721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here's the part that actually messed me up.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7673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those people had me believing it was my psychology.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7502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 was the problem, and I just needed to fix myself.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332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simply not true.</a:t>
            </a: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61312"/>
            <a:ext cx="7498080" cy="176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that inconsistency came from the strategies they were teaching me, because those strategies had no real edge behind them.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mean, just think about it for a second.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mean, just think about it for a second.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 problems are really strategy problems.</a:t>
            </a:r>
            <a:endParaRPr 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what a good strategy actually does is take the big decisions away from you.</a:t>
            </a:r>
            <a:endParaRPr lang="en-US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what a good strategy actually does is take the big decisions away from you.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market is telling you what to do, there's nothing left to be disciplined about.</a:t>
            </a:r>
            <a:endParaRPr 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6756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A, you do B.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B, you do A.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exactly what my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are, with real data behind them…</a:t>
            </a:r>
            <a:endParaRPr lang="en-US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exactly what my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are, with real data behind them…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show you Monday through Friday in a second and you'll see it all come together.</a:t>
            </a:r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2791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way I found it was exactly that.</a:t>
            </a:r>
            <a:endParaRPr lang="en-US" sz="3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2791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way I found it was exactly that.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46680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basically started looking for something that actually repeats within the markets.</a:t>
            </a:r>
            <a:endParaRPr lang="en-US"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that's all a strategy really is: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that's all a strategy really is: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5770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bet you're making, because you believe the same thing is going to keep happening day after day.</a:t>
            </a:r>
            <a:endParaRPr lang="en-US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became the only question that mattered to me.</a:t>
            </a:r>
            <a:endParaRPr lang="en-US" sz="3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repeats?</a:t>
            </a:r>
            <a:endParaRPr lang="en-US" sz="4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258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5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no idea what that next candle is going to do, but you know exactly when it prints.</a:t>
            </a:r>
            <a:endParaRPr lang="en-US" sz="3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no idea what that next candle is going to do, but you know exactly when it prints.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0258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second, every day, forever.</a:t>
            </a:r>
            <a:endParaRPr lang="en-US" sz="3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people work to a schedule.</a:t>
            </a:r>
            <a:endParaRPr lang="en-US" sz="3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people work to a schedule.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6208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gets busy at the same times, because the same people keep showing up at the same times.</a:t>
            </a:r>
            <a:endParaRPr lang="en-US" sz="3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03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bond market opens at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8:20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morning.</a:t>
            </a: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03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bond market opens at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8:20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morning.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38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8:00.</a:t>
            </a:r>
            <a:endParaRPr lang="en-US" sz="3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03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bond market opens at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8:20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morning.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38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8:00.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9864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8:20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9103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bond market opens at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8:20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morning.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838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8:00.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9864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8:20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1348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Somebody decided that decades ago and it hasn't moved since.</a:t>
            </a:r>
            <a:endParaRPr lang="en-US" sz="2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all a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really is… A window where the same thing keeps happening.</a:t>
            </a:r>
            <a:endParaRPr lang="en-US"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all a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really is… A window where the same thing keeps happening.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hunting for a pattern, you just show up at the right time.</a:t>
            </a:r>
            <a:endParaRPr lang="en-US" sz="2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0947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exactly why it fixed the psychology problem that was never a psychology problem.</a:t>
            </a:r>
            <a:endParaRPr lang="en-US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0947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exactly why it fixed the psychology problem that was never a psychology problem.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tells me what to do now.</a:t>
            </a:r>
            <a:endParaRPr lang="en-US" sz="2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0947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exactly why it fixed the psychology problem that was never a psychology problem.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tells me what to do now.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9504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nothing left for me to be disciplined about.</a:t>
            </a:r>
            <a:endParaRPr lang="en-US" sz="2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0375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sense?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2975092" y="3383280"/>
            <a:ext cx="3193816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975092" y="3383280"/>
            <a:ext cx="319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yes in the chat.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08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0891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my best time based ranges, down to the exact minute, so you can go and use them tomorrow morning.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08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0891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my best time based ranges, down to the exact minute, so you can go and use them tomorrow morning.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2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22144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predict where the market's going that day, by letting the market do it for you.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08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0891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my best time based ranges, down to the exact minute, so you can go and use them tomorrow morning.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2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22144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predict where the market's going that day, by letting the market do it for you.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35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3537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where to buy, including the entries I take most often, right down to which single candle on your chart it is.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08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0891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my best time based ranges, down to the exact minute, so you can go and use them tomorrow morning.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2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22144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predict where the market's going that day, by letting the market do it for you.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35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3537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where to buy, including the entries I take most often, right down to which single candle on your chart it is.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8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84860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stop goes, when to move it, and when to take your money.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let’s get into it, here’s what we’ll be covering in the next </a:t>
            </a:r>
            <a:pPr indent="0" marL="0">
              <a:buNone/>
            </a:pPr>
            <a:r>
              <a:rPr lang="en-US" sz="2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</a:t>
            </a:r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08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0891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my best time based ranges, down to the exact minute, so you can go and use them tomorrow morning.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2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22144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predict where the market's going that day, by letting the market do it for you.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353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3537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where to buy, including the entries I take most often, right down to which single candle on your chart it is.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48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84860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stop goes, when to move it, and when to take your money.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240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324096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full trades from start to finish, so you can see that the same thing keeps happening over and over and over and over again.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goal today is to give you everything you need to go ahead and execute my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TBR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consistently starting tomorrow.</a:t>
            </a:r>
            <a:endParaRPr lang="en-US" sz="2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goal today is to give you everything you need to go ahead and execute my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TBR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consistently starting tomorrow.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of course, help you make a shit ton of money, just like all these people have:</a:t>
            </a:r>
            <a:endParaRPr lang="en-US" sz="2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67560"/>
            <a:ext cx="749808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 SCREENSHOTS DUMP</a:t>
            </a:r>
            <a:endParaRPr lang="en-US" sz="4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I have a little request for you:</a:t>
            </a:r>
            <a:endParaRPr lang="en-US" sz="2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I have a little request for you: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5770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you just saw paid me thousands to learn what I'm about to share with you today... for free</a:t>
            </a:r>
            <a:endParaRPr lang="en-US" sz="2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well-known psychological principle:</a:t>
            </a:r>
            <a:endParaRPr lang="en-US" sz="3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well-known psychological principle: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people pay, they pay more attention.</a:t>
            </a:r>
            <a:endParaRPr lang="en-US" sz="3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7797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here’s the deal…</a:t>
            </a:r>
            <a:endParaRPr lang="en-US" sz="3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7797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here’s the deal…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9280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Pretend you just paid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this Live Training.</a:t>
            </a:r>
            <a:endParaRPr lang="en-US" sz="2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7797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here’s the deal…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9280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Pretend you just paid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this Live Training.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855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insights I’m about to share are worth at least that… if you actually pay attention and use them.</a:t>
            </a:r>
            <a:endParaRPr lang="en-US" sz="2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0375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fair enough?</a:t>
            </a:r>
            <a:endParaRPr lang="en-US" sz="4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0375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fair enough?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2919131" y="3383280"/>
            <a:ext cx="3305739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919131" y="3383280"/>
            <a:ext cx="33057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“Yes” in the chat</a:t>
            </a:r>
            <a:endParaRPr lang="en-US" sz="1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put away your phone, grab a notebook and take notes... we're covering a lot today</a:t>
            </a:r>
            <a:endParaRPr lang="en-US" sz="3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I’m now going to show you how this model works step by step…</a:t>
            </a:r>
            <a:endParaRPr lang="en-US" sz="3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I’m now going to show you how this model works step by step…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I’ll make you an offer at the end to help you implement it.</a:t>
            </a:r>
            <a:endParaRPr lang="en-US" sz="3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63344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good?</a:t>
            </a:r>
            <a:endParaRPr lang="en-US" sz="4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63344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good?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dive in…</a:t>
            </a:r>
            <a:endParaRPr lang="en-US" sz="4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731520"/>
            <a:ext cx="6903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BASED RANGES — when you mark your levels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28216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28216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 — which way you're trading today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286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72868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— where you buy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017520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EXIT — where you get out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62172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62172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TRADE — all of it on one chart</a:t>
            </a:r>
            <a:endParaRPr lang="en-US" sz="2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632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BASED RANGES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621792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7922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just showed you that we’re working based on specific time windows and ranges within the markets…</a:t>
            </a:r>
            <a:endParaRPr lang="en-US" sz="2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7922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just showed you that we’re working based on specific time windows and ranges within the markets…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I've got a number of time based ranges, and today I'm leaking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them since you're live with me…</a:t>
            </a:r>
            <a:endParaRPr lang="en-US" sz="2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418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 New York, one for London.</a:t>
            </a:r>
            <a:endParaRPr lang="en-US" sz="3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418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 New York, one for London.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09012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are reserved for my private students who sign an NDA, so those stay with me.</a:t>
            </a:r>
            <a:endParaRPr lang="en-US" sz="3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single one of them sits inside something called a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dealing range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single one of them sits inside something called a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dealing range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before I give you the times, I have to show you how I find those.</a:t>
            </a:r>
            <a:endParaRPr lang="en-US" sz="28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dealing range is just the space between a significant swing high and a swing low…</a:t>
            </a:r>
            <a:endParaRPr lang="en-US" sz="28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dealing range is just the space between a significant swing high and a swing low…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 high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low simply means a point where the market turned around.</a:t>
            </a:r>
            <a:endParaRPr lang="en-US" sz="2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1343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with a clear swing high and swing low. Mark both.]</a:t>
            </a:r>
            <a:endParaRPr lang="en-US" sz="2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0942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this was the low that pushed the market higher, and this was the high that pushed the market lower.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36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line at each, and automatically that becomes a range to the market.</a:t>
            </a:r>
            <a:endParaRPr lang="en-US" sz="2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7241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it, super easy.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30780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why does that actually matter? Because of what sits above and below those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lines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642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[Same chart. Stack order markers above the high, then below the low.]</a:t>
            </a:r>
            <a:endParaRPr lang="en-US" sz="25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3220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 is just you telling the market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price gets here, I'm in"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553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set it…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090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away, and it fires by itself when price arrives.</a:t>
            </a:r>
            <a:endParaRPr lang="en-US" sz="2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80286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everyone looking at this chart can see that high and that low, same as you can, so they all leave their orders in roughly the same place.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5282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there's a stack of them sat right there, waiting to get filled.</a:t>
            </a:r>
            <a:endParaRPr lang="en-US" sz="2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8186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all </a:t>
            </a:r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means…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032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waiting to get filled.</a:t>
            </a:r>
            <a:endParaRPr lang="en-US" sz="4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market doesn't move to random places, it moves to where those orders are.</a:t>
            </a:r>
            <a:endParaRPr lang="en-US" sz="3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996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those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lines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still don't tell you when any of it happens, because that box could be days wide.</a:t>
            </a:r>
            <a:endParaRPr lang="en-US" sz="2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996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those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lines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still don't tell you when any of it happens, because that box could be days wide.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334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that's exactly where my time based ranges come in.</a:t>
            </a:r>
            <a:endParaRPr lang="en-US" sz="2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527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</a:t>
            </a:r>
            <a:endParaRPr lang="en-US" sz="4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 are the times for </a:t>
            </a:r>
            <a:pPr indent="0" marL="0">
              <a:buNone/>
            </a:pPr>
            <a:r>
              <a:rPr lang="en-US" sz="2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them, for free.</a:t>
            </a:r>
            <a:endParaRPr lang="en-US" sz="2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 are the times for </a:t>
            </a:r>
            <a:pPr indent="0" marL="0">
              <a:buNone/>
            </a:pPr>
            <a:r>
              <a:rPr lang="en-US" sz="2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them, for free.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1918208"/>
            <a:ext cx="64008" cy="658368"/>
          </a:xfrm>
          <a:prstGeom prst="rect">
            <a:avLst/>
          </a:prstGeom>
          <a:solidFill>
            <a:srgbClr val="2E7B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19182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range</a:t>
            </a:r>
            <a:pPr indent="0" marL="0">
              <a:buNone/>
            </a:pPr>
            <a:r>
              <a:rPr lang="en-US" sz="24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9182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1:12-2:12 EST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" y="2878328"/>
            <a:ext cx="64008" cy="658368"/>
          </a:xfrm>
          <a:prstGeom prst="rect">
            <a:avLst/>
          </a:prstGeom>
          <a:solidFill>
            <a:srgbClr val="2E7B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28783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</a:t>
            </a:r>
            <a:pPr indent="0" marL="0">
              <a:buNone/>
            </a:pPr>
            <a:r>
              <a:rPr lang="en-US" sz="24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8783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8:12-9:12 EST</a:t>
            </a:r>
            <a:endParaRPr lang="en-US" sz="2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work in New York today, because that's the one most of you can be awake for.</a:t>
            </a:r>
            <a:endParaRPr lang="en-US" sz="3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44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[Same chart. Drop the 8:12-9:12 box inside the dealing range. Mark its high and low.]</a:t>
            </a:r>
            <a:endParaRPr lang="en-US" sz="25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8546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8:12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starts, 9:12 it's done.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3836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there, low there.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lines, and that's your time based range.</a:t>
            </a:r>
            <a:endParaRPr lang="en-US" sz="3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8546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8:12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starts, 9:12 it's done.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43836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there, low there.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lines, and that's your time based range.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260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easy that is?</a:t>
            </a:r>
            <a:endParaRPr lang="en-US" sz="3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4424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here's the rule that connects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it's the only rule in this step.</a:t>
            </a:r>
            <a:endParaRPr lang="en-US" sz="28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4424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here's the rule that connects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it's the only rule in this step.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3702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see my time based range form INSIDE the dealing range…</a:t>
            </a:r>
            <a:endParaRPr lang="en-US" sz="2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4424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here's the rule that connects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it's the only rule in this step.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3702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see my time based range form INSIDE the dealing range…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2981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hasn’t, I'm not interested.</a:t>
            </a:r>
            <a:endParaRPr lang="en-US" sz="28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41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remember what the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dealing range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gave you…</a:t>
            </a:r>
            <a:endParaRPr lang="en-US" sz="3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41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remember what the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dealing range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gave you…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of orders at the top and a stack at the bottom.</a:t>
            </a:r>
            <a:endParaRPr lang="en-US" sz="3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9227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my hour forms inside it, both of those stacks are still sitting there untouched…</a:t>
            </a:r>
            <a:endParaRPr lang="en-US" sz="28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9227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my hour forms inside it, both of those stacks are still sitting there untouched…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8506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there's something above me to go and take, and something below me to go and take.</a:t>
            </a:r>
            <a:endParaRPr lang="en-US" sz="2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19227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my hour forms inside it, both of those stacks are still sitting there untouched…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8506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there's something above me to go and take, and something below me to go and take.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1878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trade.</a:t>
            </a:r>
            <a:endParaRPr lang="en-US" sz="3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51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sense?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2975092" y="3383280"/>
            <a:ext cx="3193816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75092" y="3383280"/>
            <a:ext cx="319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yes in the chat.</a:t>
            </a:r>
            <a:endParaRPr lang="en-US" sz="17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70558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you've got a box inside a box, and between them they tell you where the orders are and when the market's going to go for them.</a:t>
            </a:r>
            <a:endParaRPr lang="en-US" sz="25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70558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you've got a box inside a box, and between them they tell you where the orders are and when the market's going to go for them.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6255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neither one tells you which way the market is actually going…</a:t>
            </a:r>
            <a:endParaRPr lang="en-US" sz="28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614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let's get into step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bias….</a:t>
            </a:r>
            <a:endParaRPr lang="en-US" sz="3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4879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63241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32019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7266261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TIME BASED RANGES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614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let's get into step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bias….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609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just let the market tell us where it’s headed.</a:t>
            </a:r>
            <a:endParaRPr lang="en-US" sz="3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632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621792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996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we've got our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they tell us where the orders are and when the market's going to go for them.</a:t>
            </a:r>
            <a:endParaRPr lang="en-US" sz="28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996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we've got our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they tell us where the orders are and when the market's going to go for them.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334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don't tell us yet is which way we're trading.</a:t>
            </a:r>
            <a:endParaRPr lang="en-US" sz="28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0450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 the part everyone assumes is the hard part, because everybody will tell you that you can't predict the market.</a:t>
            </a:r>
            <a:endParaRPr lang="en-US" sz="2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0450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 the part everyone assumes is the hard part, because everybody will tell you that you can't predict the market.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071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true...</a:t>
            </a:r>
            <a:endParaRPr lang="en-US" sz="28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0450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 the part everyone assumes is the hard part, because everybody will tell you that you can't predict the market.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071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true...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6255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is exactly what we're doing here… it's the whole point.</a:t>
            </a:r>
            <a:endParaRPr lang="en-US" sz="25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0450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 the part everyone assumes is the hard part, because everybody will tell you that you can't predict the market.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071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true...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6255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is exactly what we're doing here… it's the whole point.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6085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 WHAT you're predicting from.</a:t>
            </a:r>
            <a:endParaRPr lang="en-US" sz="25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traders just predict from an opinion…</a:t>
            </a:r>
            <a:endParaRPr lang="en-US" sz="28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traders just predict from an opinion…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7200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check the news, glance at a higher timeframe, decide the market feels bearish, and hope they're right.</a:t>
            </a:r>
            <a:endParaRPr lang="en-US" sz="28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666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a prediction.</a:t>
            </a:r>
            <a:endParaRPr lang="en-US" sz="3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666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a prediction.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4444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guess with a nicer word on it.</a:t>
            </a:r>
            <a:endParaRPr lang="en-US" sz="3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what that actually looked like on a normal day a couple of years ago:</a:t>
            </a:r>
            <a:endParaRPr lang="en-US" sz="2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what that actually looked like on a normal day a couple of years ago: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6112" y="206705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193751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</a:t>
            </a:r>
            <a:endParaRPr lang="en-US" sz="17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what that actually looked like on a normal day a couple of years ago: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6112" y="206705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193751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" y="257911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24495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buy</a:t>
            </a:r>
            <a:endParaRPr lang="en-US" sz="17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what that actually looked like on a normal day a couple of years ago: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6112" y="206705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193751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" y="257911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24495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" y="309118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29616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reverses</a:t>
            </a:r>
            <a:endParaRPr lang="en-US" sz="17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what that actually looked like on a normal day a couple of years ago: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6112" y="206705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193751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" y="257911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24495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" y="309118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29616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reverses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96112" y="3603244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347370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you out</a:t>
            </a:r>
            <a:endParaRPr lang="en-US" sz="17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what that actually looked like on a normal day a couple of years ago: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6112" y="206705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193751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" y="257911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24495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" y="309118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29616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reverses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96112" y="3603244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347370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you out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6112" y="411530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398576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annoyed, so you flip and sell</a:t>
            </a:r>
            <a:endParaRPr lang="en-US" sz="17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what that actually looked like on a normal day a couple of years ago: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6112" y="206705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193751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spikes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" y="257911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244957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" y="309118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2961640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reverses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96112" y="3603244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347370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you out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6112" y="411530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3985768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annoyed, so you flip and sell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6112" y="462737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3000" y="4497832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 reverses again</a:t>
            </a:r>
            <a:endParaRPr lang="en-US" sz="17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51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done that?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3087014" y="3383280"/>
            <a:ext cx="2969971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87014" y="3383280"/>
            <a:ext cx="2969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1 in the chat.</a:t>
            </a:r>
            <a:endParaRPr lang="en-US" sz="17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you're picking a direction in the most violent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seconds of the session…</a:t>
            </a:r>
            <a:endParaRPr lang="en-US" sz="28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you're picking a direction in the most violent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seconds of the session…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5389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nothing in front of you to base it on.</a:t>
            </a:r>
            <a:endParaRPr lang="en-US" sz="28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4180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or short… Biggest decision of your day, and you're making it under that kind of pressure.</a:t>
            </a:r>
            <a:endParaRPr lang="en-US" sz="32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4180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or short… Biggest decision of your day, and you're making it under that kind of pressure.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1688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gets that right consistently.</a:t>
            </a:r>
            <a:endParaRPr lang="en-US" sz="3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0784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don't pick a direction at all…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0322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let the market pick it for us.</a:t>
            </a:r>
            <a:endParaRPr lang="en-US" sz="32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7922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before the market can go anywhere, it has to go and collect the orders sitting on one side first.</a:t>
            </a:r>
            <a:endParaRPr lang="en-US" sz="28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7922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before the market can go anywhere, it has to go and collect the orders sitting on one side first.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 already know exactly where those orders are, because you marked them in step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market walks into one of your boxes, and the second it does, it's told you which way you're going.</a:t>
            </a:r>
            <a:endParaRPr lang="en-US" sz="3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by the end of this section you'll sit down at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9:29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tomorrow, watch one thing happen…</a:t>
            </a:r>
            <a:endParaRPr lang="en-US" sz="28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by the end of this section you'll sit down at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9:29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tomorrow, watch one thing happen…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know whether you're a buyer or a seller today.</a:t>
            </a:r>
            <a:endParaRPr lang="en-US" sz="28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952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good?</a:t>
            </a:r>
            <a:endParaRPr lang="en-US" sz="4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things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have to happen, and they happen in this order.</a:t>
            </a:r>
            <a:endParaRPr lang="en-US" sz="25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things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have to happen, and they happen in this order.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252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62521"/>
            <a:ext cx="6903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side of your time based range gets taken… that's your bias</a:t>
            </a:r>
            <a:endParaRPr lang="en-US" sz="2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things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have to happen, and they happen in this order.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2521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62521"/>
            <a:ext cx="6903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side of your time based range gets taken… that's your bias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59217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559217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dealing range extreme has to go too</a:t>
            </a:r>
            <a:endParaRPr lang="en-US" sz="2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535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the inner box, because that's the one that gets hit first.</a:t>
            </a:r>
            <a:endParaRPr lang="en-US" sz="3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1343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[Anchor day. Price trades below the low of the range.]</a:t>
            </a:r>
            <a:endParaRPr lang="en-US" sz="25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4322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out the high, and automatically my bias is bearish.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655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out the low, and automatically my bias is bullish.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988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here, the low goes… which means I'm a buyer.</a:t>
            </a:r>
            <a:endParaRPr lang="en-US" sz="28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 behind it is pretty simple:</a:t>
            </a:r>
            <a:endParaRPr lang="en-US" sz="28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 behind it is pretty simple: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7561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what we said is sitting below that low?</a:t>
            </a:r>
            <a:endParaRPr lang="en-US" sz="28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 behind it is pretty simple: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7561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what we said is sitting below that low?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68396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of sell orders, from people selling the breakdown and people getting stopped out.</a:t>
            </a:r>
            <a:endParaRPr lang="en-US" sz="28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996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if you wanted to buy a big position, where would you go?</a:t>
            </a:r>
            <a:endParaRPr lang="en-US" sz="28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996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if you wanted to buy a big position, where would you go?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92476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You'd go to where the sellers are, because you can't buy anything unless somebody is selling it to you.</a:t>
            </a:r>
            <a:endParaRPr lang="en-US" sz="28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44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[Let it run. Breaks the low, everything says sell, then it reverses and runs the other way.]</a:t>
            </a:r>
            <a:endParaRPr lang="en-US" sz="25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0942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price dips below the low, all those sell orders go off at once, somebody buys the lot…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36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they've got what they came for, so price goes up.</a:t>
            </a:r>
            <a:endParaRPr lang="en-US" sz="28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757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</a:t>
            </a:r>
            <a:endParaRPr lang="en-US" sz="36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757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535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whole thing.</a:t>
            </a:r>
            <a:endParaRPr lang="en-US" sz="36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757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535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whole thing.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3138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dip wasn't the move… the dip was somebody getting filled.</a:t>
            </a:r>
            <a:endParaRPr lang="en-US" sz="32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535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think about how many of your losing trades that just explained.</a:t>
            </a:r>
            <a:endParaRPr lang="en-US" sz="32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1005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 low &amp; it went straight back up</a:t>
            </a:r>
            <a:endParaRPr lang="en-US" sz="25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1005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 low &amp; it went straight back up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1465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bought the high and it went straight back down.</a:t>
            </a:r>
            <a:endParaRPr lang="en-US" sz="25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1005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 low &amp; it went straight back up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1465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bought the high and it went straight back down.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2948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weren't unlucky, you were just on the wrong side of it…</a:t>
            </a:r>
            <a:endParaRPr lang="en-US" sz="25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1005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sold the low &amp; it went straight back up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1465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bought the high and it went straight back down.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2948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weren't unlucky, you were just on the wrong side of it…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1124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times out of 10, you become the liquidity.</a:t>
            </a:r>
            <a:endParaRPr lang="en-US" sz="25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8328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Then the dealing range extreme has to go too.</a:t>
            </a:r>
            <a:endParaRPr lang="en-US" sz="25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8328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Then the dealing range extreme has to go too.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8788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the inner TBR box on its own isn't enough.</a:t>
            </a:r>
            <a:endParaRPr lang="en-US" sz="25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8328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Then the dealing range extreme has to go too.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8788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the inner TBR box on its own isn't enough.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247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outer box, the one we drew first? The Dealing range?</a:t>
            </a:r>
            <a:endParaRPr lang="en-US" sz="25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8328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Then the dealing range extreme has to go too.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8788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the inner TBR box on its own isn't enough.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247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outer box, the one we drew first? The Dealing range?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9077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has to get taken as well.</a:t>
            </a:r>
            <a:endParaRPr lang="en-US" sz="28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44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[Same chart. TBR high taken first. Then price runs the dealing range high. Mark both in order.]</a:t>
            </a:r>
            <a:endParaRPr lang="en-US" sz="25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4239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the high of my time based range going… that's the inner box.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2123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you don't just sell blindly there.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0637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wait for the market to run above the extreme of the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dealing range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well, the outer box.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8521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it runs that high, then you can trust selling setups.</a:t>
            </a:r>
            <a:endParaRPr lang="en-US" sz="25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368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levels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swept…</a:t>
            </a:r>
            <a:endParaRPr lang="en-US" sz="36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368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levels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swept…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146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call that a double break…</a:t>
            </a:r>
            <a:endParaRPr lang="en-US" sz="36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368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levels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swept…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146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call that a double break…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2476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once both have gone, you know exactly where you're headed.</a:t>
            </a:r>
            <a:endParaRPr lang="en-US" sz="32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368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levels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swept…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146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call that a double break…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92476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once both have gone, you know exactly where you're headed.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1124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opposing end.</a:t>
            </a:r>
            <a:endParaRPr lang="en-US" sz="36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642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 the opposing end. Draw the arrow from the sweep to it.]</a:t>
            </a:r>
            <a:endParaRPr lang="en-US" sz="25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989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one side, trade to the other side.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5188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trade.</a:t>
            </a:r>
            <a:endParaRPr lang="en-US" sz="40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1320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this is where I'm going to do something nobody else in this industry does.</a:t>
            </a:r>
            <a:endParaRPr lang="en-US" sz="25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1320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this is where I'm going to do something nobody else in this industry does.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1150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guru online tells you their system works, and then shows you nothing…</a:t>
            </a:r>
            <a:endParaRPr lang="en-US" sz="25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1320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this is where I'm going to do something nobody else in this industry does.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1150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guru online tells you their system works, and then shows you nothing…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9798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have to take their word for it.</a:t>
            </a:r>
            <a:endParaRPr lang="en-US" sz="25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1320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this is where I'm going to do something nobody else in this industry does.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1150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every guru online tells you their system works, and then shows you nothing…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09798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have to take their word for it.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1439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not going to do that, I’ll show you verified 3rd party data so you can see for yourself.</a:t>
            </a:r>
            <a:endParaRPr lang="en-US" sz="25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DATA: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96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https://www.youtube.com/watch?v=EkdQowvRwRU</a:t>
            </a:r>
            <a:endParaRPr lang="en-US" sz="25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3873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think about what just changed.</a:t>
            </a:r>
            <a:endParaRPr lang="en-US" sz="32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3873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think about what just changed.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535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“trying to fix your psychology”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32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3873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think about what just changed.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535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“trying to fix your psychology”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7233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took away the guesswork for you.</a:t>
            </a:r>
            <a:endParaRPr lang="en-US" sz="32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you've got your direction, and you've got your target.</a:t>
            </a:r>
            <a:endParaRPr lang="en-US" sz="28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you've got your direction, and you've got your target.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look at it and can predict where the market’s headed.</a:t>
            </a:r>
            <a:endParaRPr lang="en-US" sz="28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1320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BUT… there's one thing missing… a price.</a:t>
            </a:r>
            <a:endParaRPr lang="en-US" sz="25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1320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BUT… there's one thing missing… a price.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1780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knowing the market’s going to go up or down isn’t enough…</a:t>
            </a:r>
            <a:endParaRPr lang="en-US" sz="25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1320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BUT… there's one thing missing… a price.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1780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knowing the market’s going to go up or down isn’t enough…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16098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still have to actually get in somewhere, right?</a:t>
            </a:r>
            <a:endParaRPr lang="en-US" sz="25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BIAS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1320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BUT… there's one thing missing… a price.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717802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knowing the market’s going to go up or down isn’t enough…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16098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still have to actually get in somewhere, right?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14394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that’s exactly what we’ll be covering now, in step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5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632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621792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73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where we are.</a:t>
            </a:r>
            <a:endParaRPr lang="en-US" sz="36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73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where we are.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351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range low went.</a:t>
            </a:r>
            <a:endParaRPr lang="en-US" sz="36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73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where we are.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351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range low went.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29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dealing range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 went.</a:t>
            </a:r>
            <a:endParaRPr lang="en-US" sz="36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73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where we are.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351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range low went.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29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dealing range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 went.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907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wants to go up.</a:t>
            </a:r>
            <a:endParaRPr lang="en-US" sz="36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952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the problem.</a:t>
            </a:r>
            <a:endParaRPr lang="en-US" sz="46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44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[Anchor day. Freeze it the moment the low is taken, mid-drop. Don't show what happens next.]</a:t>
            </a:r>
            <a:endParaRPr lang="en-US" sz="25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4322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now, on my screen, it is still going down.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655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know it's going up… And it's falling in front of me.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988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buy here I get stopped out, and then it goes up without me.</a:t>
            </a:r>
            <a:endParaRPr lang="en-US" sz="28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step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one job…</a:t>
            </a:r>
            <a:endParaRPr lang="en-US" sz="36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step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one job…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moment it actually stops going down and starts going up - vice versa.</a:t>
            </a:r>
            <a:endParaRPr lang="en-US" sz="32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step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one job…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moment it actually stops going down and starts going up - vice versa.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243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reversal.</a:t>
            </a:r>
            <a:endParaRPr lang="en-US" sz="36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that we just need to answer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questions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5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that we just need to answer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questions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7403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17403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it turned yet?</a:t>
            </a:r>
            <a:endParaRPr lang="en-US" sz="22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96012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that we just need to answer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questions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7403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17403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it turned yet?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62055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062055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exactly do I buy?</a:t>
            </a:r>
            <a:endParaRPr lang="en-US" sz="22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know when the market reverses, you first have to know what it looks like while it's still going.</a:t>
            </a:r>
            <a:endParaRPr lang="en-US" sz="32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642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in a clear drop. Point at each down-close candle in sequence.]</a:t>
            </a:r>
            <a:endParaRPr lang="en-US" sz="25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3220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close candle. Then another one lower. Then another one lower.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553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a market's falling, every candle keeps closing below the last.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7886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 falling is.</a:t>
            </a:r>
            <a:endParaRPr lang="en-US" sz="32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54254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turn is when that stops.</a:t>
            </a:r>
            <a:endParaRPr lang="en-US" sz="40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72488"/>
            <a:ext cx="7498080" cy="20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[Three consecutive down-close candles, then one that closes above all three. Box the three, arrow the fourth.]</a:t>
            </a:r>
            <a:endParaRPr lang="en-US" sz="25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7472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down close candles… there, there, there.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74036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this one closes above all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them.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733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candle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undid three…</a:t>
            </a:r>
            <a:endParaRPr lang="en-US" sz="36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2669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 that was happening has stopped happening.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2600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call this my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candle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rotation...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13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delivery being shifted.</a:t>
            </a:r>
            <a:endParaRPr lang="en-US" sz="36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61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want a second opinion, from a bigger timeframe…</a:t>
            </a:r>
            <a:endParaRPr lang="en-US" sz="32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61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want a second opinion, from a bigger timeframe…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649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minute chart can lie to you.</a:t>
            </a:r>
            <a:endParaRPr lang="en-US" sz="32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1343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[Hourly chart. Three candles. Mark left, middle, right.]</a:t>
            </a:r>
            <a:endParaRPr lang="en-US" sz="25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6601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hourly candles in a row.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138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middle one is the one that dips down and takes the liquidity.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3471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third closes back above the middle.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0804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swing low... The hour agrees.</a:t>
            </a:r>
            <a:endParaRPr lang="en-US" sz="28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0942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the 9am candle takes the level and the 10am closes back inside… what should the 11am do?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36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go up… And that's exactly what it does.</a:t>
            </a:r>
            <a:endParaRPr lang="en-US" sz="28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332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candle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swing structure... It's confirmation for your direction.</a:t>
            </a:r>
            <a:endParaRPr lang="en-US" sz="28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332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candle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swing structure... It's confirmation for your direction.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2600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where you buy…</a:t>
            </a:r>
            <a:endParaRPr lang="en-US" sz="32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332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candle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swing structure... It's confirmation for your direction.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2600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where you buy…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40836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tells you buying is worth doing.</a:t>
            </a:r>
            <a:endParaRPr lang="en-US" sz="28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treat your hourly candles as your daily candles, a whole new world opens up.</a:t>
            </a:r>
            <a:endParaRPr lang="en-US" sz="32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146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that you know the market is reversing, we get to the next step:</a:t>
            </a:r>
            <a:endParaRPr lang="en-US" sz="32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146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that you know the market is reversing, we get to the next step: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334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Where exactly do I buy?</a:t>
            </a:r>
            <a:endParaRPr lang="en-US" sz="36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61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it's turned still isn't a price… I need a spot to enter my trade.</a:t>
            </a:r>
            <a:endParaRPr lang="en-US" sz="32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61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it's turned still isn't a price… I need a spot to enter my trade.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649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got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 want them together.</a:t>
            </a:r>
            <a:endParaRPr lang="en-US" sz="32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905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is the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block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made in liquidity.</a:t>
            </a:r>
            <a:endParaRPr lang="en-US" sz="36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44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leg into the sweep. 4 candles. Point at each in turn, then land on the one that took the level.]</a:t>
            </a:r>
            <a:endParaRPr lang="en-US" sz="25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637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that one. Not that one. Not that one. This one.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3702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one? Because this is the candle that traded into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below the low…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0356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we closed back above it.</a:t>
            </a:r>
            <a:endParaRPr lang="en-US" sz="28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998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candle that took everyone's stops…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73148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the algorithm used to do the job.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553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its body is my level.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00908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here's what people get wrong: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332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buy when it closes. I buy when price comes back to it.</a:t>
            </a:r>
            <a:endParaRPr lang="en-US" sz="28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535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candle on that chart is just a candle... That one did something.</a:t>
            </a:r>
            <a:endParaRPr lang="en-US" sz="32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905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the second entry is the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gap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44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[Same leg. The gap where price moved fast. Then price returning into it and failing to continue.]</a:t>
            </a:r>
            <a:endParaRPr lang="en-US" sz="25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22604"/>
            <a:ext cx="7498080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price moves fast it skips levels... It leaves a hole…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06956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gap.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92096"/>
            <a:ext cx="7498080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that genuinely wants to keep falling will come back into that hole and carry on down.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76448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Watch…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61588"/>
            <a:ext cx="7498080" cy="346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comes back into it… And it doesn't carry on, it stops.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99484"/>
            <a:ext cx="7498080" cy="69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tried to go one way and it couldn't… That failure is the signal.</a:t>
            </a:r>
            <a:endParaRPr lang="en-US" sz="22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anything that forms in a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pool, or at one, is very high probability.</a:t>
            </a:r>
            <a:endParaRPr lang="en-US" sz="32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2445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[Both marked on the same spot, OB body and the inverted gap overlapping.]</a:t>
            </a:r>
            <a:endParaRPr lang="en-US" sz="25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887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block made in liquidity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471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gap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553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place.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6390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entry functions coming together…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592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where I'm buying.</a:t>
            </a:r>
            <a:endParaRPr lang="en-US" sz="36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8176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your entry.</a:t>
            </a:r>
            <a:endParaRPr lang="en-US" sz="40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8176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your entry.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031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that make sense?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2975092" y="3383280"/>
            <a:ext cx="3193816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5092" y="3383280"/>
            <a:ext cx="3193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yes in the chat.</a:t>
            </a:r>
            <a:endParaRPr lang="en-US" sz="17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I want to be honest with you about something, because it'll save you a lot of time.</a:t>
            </a:r>
            <a:endParaRPr lang="en-US" sz="28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I want to be honest with you about something, because it'll save you a lot of time.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575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is the part everyone obsesses over.</a:t>
            </a:r>
            <a:endParaRPr lang="en-US" sz="28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I want to be honest with you about something, because it'll save you a lot of time.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575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is the part everyone obsesses over.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5028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most people showed up for...</a:t>
            </a:r>
            <a:endParaRPr lang="en-US" sz="28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41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nearly every trading video on YouTube is about…</a:t>
            </a:r>
            <a:endParaRPr lang="en-US" sz="32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41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what nearly every trading video on YouTube is about…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for us it's actually the least important thing I've shown you today.</a:t>
            </a:r>
            <a:endParaRPr lang="en-US" sz="32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832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once you've eliminated one direction…</a:t>
            </a:r>
            <a:endParaRPr lang="en-US" sz="28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832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once you've eliminated one direction…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6110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know the market will go up or down…</a:t>
            </a:r>
            <a:endParaRPr lang="en-US" sz="28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832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once you've eliminated one direction…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6110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know the market will go up or down…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5389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get easy, as you just saw.</a:t>
            </a:r>
            <a:endParaRPr lang="en-US" sz="28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6832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once you've eliminated one direction…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6110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know the market will go up or down…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5389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get easy, as you just saw.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0573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find one… There's always one.</a:t>
            </a:r>
            <a:endParaRPr lang="en-US" sz="28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51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make sense?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2751247" y="3383280"/>
            <a:ext cx="3641507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51247" y="3383280"/>
            <a:ext cx="36415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 a yes in the chat.</a:t>
            </a:r>
            <a:endParaRPr lang="en-US" sz="17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736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look at where you are now.</a:t>
            </a:r>
            <a:endParaRPr lang="en-US" sz="32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736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look at where you are now.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2219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736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look at where you are now.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2219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3702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direction.</a:t>
            </a:r>
            <a:endParaRPr lang="en-US" sz="32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736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look at where you are now.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2219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3702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direction.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5186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target.</a:t>
            </a:r>
            <a:endParaRPr lang="en-US" sz="32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7364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look at where you are now.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2219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boxes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3702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direction.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5186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your target.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6669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you've got a price, and you're in.</a:t>
            </a:r>
            <a:endParaRPr lang="en-US" sz="28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61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for the first time today, you've got money on the line.</a:t>
            </a:r>
            <a:endParaRPr lang="en-US" sz="32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61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 for the first time today, you've got money on the line.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649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is where it actually gets hard.</a:t>
            </a:r>
            <a:endParaRPr lang="en-US" sz="32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526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from this second onwards you're not analysing anything…</a:t>
            </a:r>
            <a:endParaRPr lang="en-US" sz="32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526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from this second onwards you're not analysing anything…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740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holding.</a:t>
            </a:r>
            <a:endParaRPr lang="en-US" sz="36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5526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from this second onwards you're not analysing anything…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740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holding.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5186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is moving, and your account is moving with it.</a:t>
            </a:r>
            <a:endParaRPr lang="en-US" sz="32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7053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01067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94193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04087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ENTRY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step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about exiting your trades properly - so you don’t lose your money for no reason.</a:t>
            </a:r>
            <a:endParaRPr lang="en-US" sz="32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632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621792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6314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you're in your trade.</a:t>
            </a:r>
            <a:endParaRPr lang="en-US" sz="32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6314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you're in your trade.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77974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step is shorter than you think, because you already know your target. You marked it back in step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it's the opposing end of the range.</a:t>
            </a:r>
            <a:endParaRPr lang="en-US" sz="25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6314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now you're in your trade.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77974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step is shorter than you think, because you already know your target. You marked it back in step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it's the opposing end of the range.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997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this step is only about one thing: what you do on the way there.</a:t>
            </a:r>
            <a:endParaRPr lang="en-US" sz="28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535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I'll show you why that matters with the worst day I've ever had.</a:t>
            </a:r>
            <a:endParaRPr lang="en-US" sz="32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1343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-$8,580 day. P&amp;L first. Sit on it. Then the chart.]</a:t>
            </a:r>
            <a:endParaRPr lang="en-US" sz="25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535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you lost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$8,580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why it was your mistakes, not the system</a:t>
            </a:r>
            <a:endParaRPr lang="en-US" sz="320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015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still finished that month green, because one bad day inside a repeatable process is just a bad day.</a:t>
            </a:r>
            <a:endParaRPr lang="en-US" sz="320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0390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that's the exact reason this step exists...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0322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what I do now, and it's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things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0840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08404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goes below the low that just got swept</a:t>
            </a:r>
            <a:endParaRPr lang="en-US" sz="220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0840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08404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goes below the low that just got swept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53056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53056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market grades itself —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50, 75</a:t>
            </a:r>
            <a:endParaRPr lang="en-US" sz="220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0840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708404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goes below the low that just got swept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53056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53056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market grades itself —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50, 75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99770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97708"/>
            <a:ext cx="69037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money and get out</a:t>
            </a:r>
            <a:endParaRPr lang="en-US" sz="220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33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Your stop goes below the low that just got swept.</a:t>
            </a:r>
            <a:endParaRPr lang="en-US" sz="280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33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Your stop goes below the low that just got swept.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608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low if you're buying, above the high if you're selling.</a:t>
            </a:r>
            <a:endParaRPr lang="en-US" sz="28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33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Your stop goes below the low that just got swept.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608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low if you're buying, above the high if you're selling.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8868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if price goes back through the level it just cleared, the reason you're in has gone.</a:t>
            </a:r>
            <a:endParaRPr lang="en-US" sz="280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905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Then the market grades itself on the way to your target.</a:t>
            </a:r>
            <a:endParaRPr lang="en-US" sz="360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72488"/>
            <a:ext cx="7498080" cy="20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[Graded price swing on the anchor day. 25, 50, 75 marked. Walk a trade through, calling each level as price crosses.]</a:t>
            </a:r>
            <a:endParaRPr lang="en-US" sz="250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4239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25, sentiment's beginning to shift and buyers are stepping in. That's my confirmation.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2123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50, the market has no need to come back to 25. That's where I move to break even.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0070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to 75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where I'm taking money off.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85210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once it closes at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that's exactly where it should rally into the opposing end.</a:t>
            </a:r>
            <a:endParaRPr lang="en-US" sz="250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4424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notice what's happening there…</a:t>
            </a:r>
            <a:endParaRPr lang="en-US" sz="280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4424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notice what's happening there…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608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not deciding anything on the way to my target either…</a:t>
            </a:r>
            <a:endParaRPr lang="en-US" sz="280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4424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notice what's happening there…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608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not deciding anything on the way to my target either…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886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market's grading itself and I'm just reading the score.</a:t>
            </a:r>
            <a:endParaRPr lang="en-US" sz="280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54254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Take the money and get out.</a:t>
            </a:r>
            <a:endParaRPr lang="en-US" sz="400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33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honestly, most days I'm not waiting for all of that.</a:t>
            </a:r>
            <a:endParaRPr lang="en-US" sz="280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33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honestly, most days I'm not waiting for all of that.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608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easiest target is the opposing end, because I want to make my money and get out.</a:t>
            </a:r>
            <a:endParaRPr lang="en-US" sz="280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0330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honestly, most days I'm not waiting for all of that.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608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easiest target is the opposing end, because I want to make my money and get out.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2981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want to be sat inside the market for too long.</a:t>
            </a:r>
            <a:endParaRPr lang="en-US" sz="280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it takes 10 to 15 minutes to hit take profit from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open.</a:t>
            </a:r>
            <a:endParaRPr lang="en-US" sz="280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01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it takes 10 to 15 minutes to hit take profit from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29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and price is still sat at your entry, something's wrong.</a:t>
            </a:r>
            <a:endParaRPr lang="en-US" sz="280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146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no one ever, and I mean ever, goes broke taking profit…</a:t>
            </a:r>
            <a:endParaRPr lang="en-US" sz="320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146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no one ever, and I mean ever, goes broke taking profit…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334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go broke taking losses.</a:t>
            </a:r>
            <a:endParaRPr lang="en-US" sz="360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996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last thing, because this is what real trading actually looks like.</a:t>
            </a:r>
            <a:endParaRPr lang="en-US" sz="280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996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last thing, because this is what real trading actually looks like.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92476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might buy that return to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block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get stopped out anyway… It happens to me.</a:t>
            </a:r>
            <a:endParaRPr lang="en-US" sz="2800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12748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take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trades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same direction.</a:t>
            </a:r>
            <a:endParaRPr lang="en-US" sz="2800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12748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take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trades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same direction.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64588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they're both wrong, then you're just wrong on the day, and you come back tomorrow.</a:t>
            </a:r>
            <a:endParaRPr lang="en-US" sz="2800" dirty="0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412748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take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trades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same direction.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64588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they're both wrong, then you're just wrong on the day, and you come back tomorrow.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83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cost of doing business.</a:t>
            </a:r>
            <a:endParaRPr lang="en-US" sz="3200" dirty="0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33092"/>
            <a:ext cx="7498080" cy="1448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that's the whole system.</a:t>
            </a:r>
            <a:endParaRPr lang="en-US" sz="4600" dirty="0"/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15898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want to say something before we go any further, because I know what some of you are thinking right now.</a:t>
            </a:r>
            <a:endParaRPr lang="en-US" sz="2500" dirty="0"/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15898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want to say something before we go any further, because I know what some of you are thinking right now.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0789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felt like a lot.</a:t>
            </a:r>
            <a:endParaRPr lang="en-US" sz="2800" dirty="0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15898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want to say something before we go any further, because I know what some of you are thinking right now.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0789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felt like a lot.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59734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Boxes, sweeps, rotations, order blocks, levels… and you're sat there wondering how you're supposed to hold all of that in your head at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morning.</a:t>
            </a:r>
            <a:endParaRPr lang="en-US" sz="2200" dirty="0"/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9649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 me take that worry off you right now.</a:t>
            </a:r>
            <a:endParaRPr lang="en-US" sz="3200" dirty="0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9649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let me take that worry off you right now.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1526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going to be doing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things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14572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going to be doing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thing.</a:t>
            </a:r>
            <a:endParaRPr lang="en-US" sz="3200" dirty="0"/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in real time, all 4 of those steps happen inside about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in real time, all 4 of those steps happen inside about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655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they happen in the same order, every single day.</a:t>
            </a:r>
            <a:endParaRPr lang="en-US" sz="2800" dirty="0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22377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in real time, all 4 of those steps happen inside about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minutes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16556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they happen in the same order, every single day.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0934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feels like a lot because I've spent the last hour pulling it apart in slow motion.</a:t>
            </a:r>
            <a:endParaRPr lang="en-US" sz="2800" dirty="0"/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51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that make sense?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2751247" y="3383280"/>
            <a:ext cx="3641507" cy="566928"/>
          </a:xfrm>
          <a:prstGeom prst="roundRect">
            <a:avLst>
              <a:gd name="adj" fmla="val 50000"/>
            </a:avLst>
          </a:prstGeom>
          <a:solidFill>
            <a:srgbClr val="2E7B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51247" y="3383280"/>
            <a:ext cx="36415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 a yes in the chat.</a:t>
            </a:r>
            <a:endParaRPr lang="en-US" sz="1700" dirty="0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8866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what we're doing now.</a:t>
            </a:r>
            <a:endParaRPr lang="en-US" sz="3200" dirty="0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78866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what we're doing now.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350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going to put up a new trade, and I'm going to run the whole thing start to finish at normal speed.</a:t>
            </a:r>
            <a:endParaRPr lang="en-US" sz="2800" dirty="0"/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084832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317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66060" y="2084832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66060" y="23317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709160" y="2084832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23317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652260" y="2084832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52260" y="233172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2600" dirty="0"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2247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see what it actually looks like when it's not being taught to you…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01316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it's just being traded.</a:t>
            </a:r>
            <a:endParaRPr lang="en-US" sz="2800" dirty="0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5568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62552" y="237744"/>
            <a:ext cx="1325880" cy="0"/>
          </a:xfrm>
          <a:prstGeom prst="line">
            <a:avLst/>
          </a:prstGeom>
          <a:noFill/>
          <a:ln w="11430">
            <a:solidFill>
              <a:srgbClr val="2E7B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2708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765572" y="214884"/>
            <a:ext cx="45720" cy="457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54864"/>
            <a:ext cx="6574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pPr algn="ctr" indent="0" marL="0">
              <a:buNone/>
            </a:pPr>
            <a:r>
              <a:rPr lang="en-US" sz="117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buNone/>
            </a:pPr>
            <a:r>
              <a:rPr lang="en-US" sz="117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EXIT</a:t>
            </a:r>
            <a:endParaRPr lang="en-US" sz="1170" dirty="0"/>
          </a:p>
        </p:txBody>
      </p:sp>
      <p:sp>
        <p:nvSpPr>
          <p:cNvPr id="7" name="Shape 5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22476"/>
            <a:ext cx="74980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see what it actually looks like when it's not being taught to you…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01316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it's just being traded.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3156"/>
            <a:ext cx="7498080" cy="103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I'll show you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trades I took that same week, so you can watch the same thing happen over and over and over and over again.</a:t>
            </a:r>
            <a:endParaRPr lang="en-US" sz="2200" dirty="0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457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pPr indent="0" marL="0">
              <a:buNone/>
            </a:pPr>
            <a:r>
              <a:rPr lang="en-US" sz="11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632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TRADE EXAMPLES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621792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321</Slides>
  <Notes>321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321</vt:i4>
      </vt:variant>
    </vt:vector>
  </HeadingPairs>
  <TitlesOfParts>
    <vt:vector size="3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DTR Live Class</dc:creator>
  <cp:lastModifiedBy>DTR Live Class</cp:lastModifiedBy>
  <cp:revision>1</cp:revision>
  <dcterms:created xsi:type="dcterms:W3CDTF">2026-08-22T15:45:39Z</dcterms:created>
  <dcterms:modified xsi:type="dcterms:W3CDTF">2026-08-22T15:45:39Z</dcterms:modified>
</cp:coreProperties>
</file>
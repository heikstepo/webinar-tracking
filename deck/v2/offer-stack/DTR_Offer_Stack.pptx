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4360" y="1647063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269480" y="1637919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2977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69480" y="1637919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ADDED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349758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1996821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1987677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2977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69480" y="1987677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ADDED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699516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" y="2346579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269480" y="2337435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2977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69480" y="2337435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ADDED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1049274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239229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43801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" y="2696337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271348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271348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269480" y="2687193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2977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269480" y="2687193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ADDED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1399032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239229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43801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742057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787777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271348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271348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94360" y="3046095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3063240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2011680" y="3063240"/>
            <a:ext cx="6309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1988820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239229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43801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742057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787777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271348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271348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091815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" y="3137535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3063240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063240"/>
            <a:ext cx="6309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94360" y="3635883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96112" y="365302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2011680" y="365302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2338578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239229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43801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742057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787777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271348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271348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091815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" y="3137535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3063240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063240"/>
            <a:ext cx="6309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368160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" y="372732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365302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011680" y="365302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94360" y="3985641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6112" y="400278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2011680" y="400278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269480" y="3976497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2977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269480" y="3976497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ADDED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2688336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239229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43801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742057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787777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271348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271348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091815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" y="3137535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3063240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063240"/>
            <a:ext cx="6309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368160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" y="372732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365302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011680" y="365302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03136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" y="407708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400278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2011680" y="400278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94360" y="4335399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96112" y="435254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3: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011680" y="435254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 1on1 DM access to me.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269480" y="4326255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2977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269480" y="4326255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ADDED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3038094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239229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43801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742057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787777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271348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271348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091815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" y="3137535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3063240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063240"/>
            <a:ext cx="6309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368160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" y="372732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365302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011680" y="365302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03136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" y="407708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400278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2011680" y="400278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438111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5" name="Shape 33"/>
          <p:cNvSpPr/>
          <p:nvPr/>
        </p:nvSpPr>
        <p:spPr>
          <a:xfrm>
            <a:off x="685800" y="442683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96112" y="435254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3: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435254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 1on1 DM access to me.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94360" y="4685157"/>
            <a:ext cx="274320" cy="27432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96112" y="470230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4: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011680" y="470230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 weekly 1on1 calls with me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69480" y="4676013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12977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269480" y="4676013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 ADDED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30352"/>
            <a:ext cx="91440" cy="9144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49808" y="420624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TIME BASED RANGES ACADEMY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49808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You're </a:t>
            </a:r>
            <a:pPr indent="0" marL="0">
              <a:buNone/>
            </a:pPr>
            <a:r>
              <a:rPr lang="en-US" sz="40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Getting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31520" y="1784223"/>
            <a:ext cx="0" cy="3038094"/>
          </a:xfrm>
          <a:prstGeom prst="line">
            <a:avLst/>
          </a:prstGeom>
          <a:noFill/>
          <a:ln w="25400">
            <a:solidFill>
              <a:srgbClr val="2E2E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9278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73850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6420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66420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1on1 Onboarding call, just you and me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04254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" y="208826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01396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1396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Time Based Ranges Course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239229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43801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236372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36372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live trading sessions with me, every single week.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742057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787777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271348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271348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group coaching calls.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091815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85800" y="3137535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3063240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5)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3063240"/>
            <a:ext cx="6309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private community, my weekly blueprint, and my market commentaries.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3681603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27" name="Shape 25"/>
          <p:cNvSpPr/>
          <p:nvPr/>
        </p:nvSpPr>
        <p:spPr>
          <a:xfrm>
            <a:off x="685800" y="3727323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3653028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1: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011680" y="3653028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Scaling Phase - 3 extra months with me FOR FREE.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031361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" y="4077081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6112" y="4002786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2: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2011680" y="4002786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I'll pay for your first prop firm challenge myself.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4381119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5" name="Shape 33"/>
          <p:cNvSpPr/>
          <p:nvPr/>
        </p:nvSpPr>
        <p:spPr>
          <a:xfrm>
            <a:off x="685800" y="4426839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96112" y="4352544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3: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2011680" y="4352544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Unlimited 1on1 DM access to me.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" y="4730877"/>
            <a:ext cx="182880" cy="182880"/>
          </a:xfrm>
          <a:prstGeom prst="ellipse">
            <a:avLst/>
          </a:prstGeom>
          <a:solidFill>
            <a:srgbClr val="12977F"/>
          </a:solidFill>
          <a:ln/>
        </p:spPr>
      </p:sp>
      <p:sp>
        <p:nvSpPr>
          <p:cNvPr id="39" name="Shape 37"/>
          <p:cNvSpPr/>
          <p:nvPr/>
        </p:nvSpPr>
        <p:spPr>
          <a:xfrm>
            <a:off x="685800" y="4776597"/>
            <a:ext cx="91440" cy="914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6112" y="4702302"/>
            <a:ext cx="100584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2977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BONUS 4: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2011680" y="4702302"/>
            <a:ext cx="630936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 weekly 1on1 calls with me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2026-08-23T17:35:17Z</dcterms:created>
  <dcterms:modified xsi:type="dcterms:W3CDTF">2026-08-23T17:35:17Z</dcterms:modified>
</cp:coreProperties>
</file>
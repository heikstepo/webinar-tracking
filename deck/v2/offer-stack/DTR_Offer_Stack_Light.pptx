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94360" y="1647063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69480" y="1637919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2977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69480" y="1637919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 ADDED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784223"/>
            <a:ext cx="0" cy="349758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278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8503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1996821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201396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01396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69480" y="1987677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2977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69480" y="1987677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 ADDED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784223"/>
            <a:ext cx="0" cy="699516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278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8503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4254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088261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01396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396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2346579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236372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236372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69480" y="2337435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2977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69480" y="2337435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 ADDED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784223"/>
            <a:ext cx="0" cy="1049274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278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8503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4254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088261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01396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396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392299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438019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236372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36372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2696337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" y="2713482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2713482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269480" y="2687193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2977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69480" y="2687193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 ADDED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784223"/>
            <a:ext cx="0" cy="1399032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278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8503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4254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088261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01396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396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392299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438019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236372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36372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742057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787777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" y="2713482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2713482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3046095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6112" y="3063240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3063240"/>
            <a:ext cx="6309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private community, my weekly blueprint, and my market commentaries.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784223"/>
            <a:ext cx="0" cy="1988820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278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8503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4254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088261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01396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396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392299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438019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236372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36372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742057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787777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" y="2713482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2713482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091815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137535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3063240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063240"/>
            <a:ext cx="6309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private community, my weekly blueprint, and my market commentaries.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94360" y="3635883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96112" y="365302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1: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2011680" y="365302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Scaling Phase - 3 extra months with me FOR FREE.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784223"/>
            <a:ext cx="0" cy="2338578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278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8503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4254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088261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01396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396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392299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438019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236372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36372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742057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787777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" y="2713482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2713482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091815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137535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3063240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063240"/>
            <a:ext cx="6309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private community, my weekly blueprint, and my market commentaries.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368160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727323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6112" y="365302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1: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65302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Scaling Phase - 3 extra months with me FOR FREE.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94360" y="3985641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96112" y="400278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2: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2011680" y="400278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I'll pay for your first prop firm challenge myself.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269480" y="3976497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2977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269480" y="3976497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 ADDED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784223"/>
            <a:ext cx="0" cy="2688336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278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8503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4254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088261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01396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396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392299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438019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236372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36372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742057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787777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" y="2713482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2713482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091815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137535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3063240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063240"/>
            <a:ext cx="6309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private community, my weekly blueprint, and my market commentaries.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368160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727323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6112" y="365302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1: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65302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Scaling Phase - 3 extra months with me FOR FREE.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403136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4077081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6112" y="400278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2: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2011680" y="400278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I'll pay for your first prop firm challenge myself.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94360" y="4335399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96112" y="435254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3: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2011680" y="435254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Unlimited 1on1 DM access to me.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269480" y="4326255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2977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269480" y="4326255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 ADDED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784223"/>
            <a:ext cx="0" cy="3038094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278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8503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4254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088261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01396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396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392299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438019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236372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36372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742057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787777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" y="2713482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2713482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091815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137535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3063240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063240"/>
            <a:ext cx="6309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private community, my weekly blueprint, and my market commentaries.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368160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727323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6112" y="365302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1: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65302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Scaling Phase - 3 extra months with me FOR FREE.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403136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4077081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6112" y="400278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2: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2011680" y="400278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I'll pay for your first prop firm challenge myself.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4381119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4426839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96112" y="435254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3: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2011680" y="435254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Unlimited 1on1 DM access to me.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94360" y="4685157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96112" y="4702302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4: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2011680" y="4702302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 weekly 1on1 calls with me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7269480" y="4676013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2977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269480" y="4676013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 ADDED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784223"/>
            <a:ext cx="0" cy="3038094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278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8503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4254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088261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01396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396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392299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438019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236372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36372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742057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787777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" y="2713482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2713482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091815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137535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3063240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063240"/>
            <a:ext cx="6309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private community, my weekly blueprint, and my market commentaries.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368160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727323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6112" y="365302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1: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65302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Scaling Phase - 3 extra months with me FOR FREE.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403136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4077081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6112" y="400278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2: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2011680" y="400278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I'll pay for your first prop firm challenge myself.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4381119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4426839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96112" y="435254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3: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2011680" y="435254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Unlimited 1on1 DM access to me.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40080" y="4730877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" y="4776597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96112" y="4702302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4: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2011680" y="4702302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 weekly 1on1 calls with 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2026-08-23T17:39:36Z</dcterms:created>
  <dcterms:modified xsi:type="dcterms:W3CDTF">2026-08-23T17:39:36Z</dcterms:modified>
</cp:coreProperties>
</file>
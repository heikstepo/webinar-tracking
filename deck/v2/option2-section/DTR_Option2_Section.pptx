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74320"/>
            <a:ext cx="7827264" cy="8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74320"/>
            <a:ext cx="7461504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could take a more active role and responsibility, and ACTUALLY give you </a:t>
            </a:r>
            <a:pPr algn="ctr" indent="0" marL="0">
              <a:buNone/>
            </a:pPr>
            <a:r>
              <a:rPr lang="en-US" sz="1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need to help you: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5234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4138"/>
            <a:ext cx="731520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my </a:t>
            </a:r>
            <a:pPr algn="ctr" indent="0" marL="0">
              <a:buNone/>
            </a:pPr>
            <a:r>
              <a:rPr lang="en-US" sz="4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NDA</a:t>
            </a:r>
            <a:pPr algn="ctr" indent="0" marL="0">
              <a:buNone/>
            </a:pPr>
            <a:r>
              <a:rPr lang="en-US" sz="4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-protected &amp; private ranges, entries, workbooks, and more…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74320"/>
            <a:ext cx="7827264" cy="8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74320"/>
            <a:ext cx="7461504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could take a more active role and responsibility, and ACTUALLY give you </a:t>
            </a:r>
            <a:pPr algn="ctr" indent="0" marL="0">
              <a:buNone/>
            </a:pPr>
            <a:r>
              <a:rPr lang="en-US" sz="1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need to help you: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5234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4138"/>
            <a:ext cx="731520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it </a:t>
            </a:r>
            <a:pPr algn="ctr" indent="0" marL="0">
              <a:buNone/>
            </a:pPr>
            <a:r>
              <a:rPr lang="en-US" sz="4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consistently</a:t>
            </a:r>
            <a:pPr algn="ctr" indent="0" marL="0">
              <a:buNone/>
            </a:pPr>
            <a:r>
              <a:rPr lang="en-US" sz="4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with me working on your trades directly…</a:t>
            </a:r>
            <a:endParaRPr lang="en-US" sz="4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74320"/>
            <a:ext cx="7827264" cy="8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274320"/>
            <a:ext cx="7461504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could take a more active role and responsibility, and ACTUALLY give you </a:t>
            </a:r>
            <a:pPr algn="ctr" indent="0" marL="0">
              <a:buNone/>
            </a:pPr>
            <a:r>
              <a:rPr lang="en-US" sz="1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</a:t>
            </a:r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you need to help you: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9801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19808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funded, with the exact </a:t>
            </a:r>
            <a:pPr algn="ctr" indent="0" marL="0">
              <a:buNone/>
            </a:pPr>
            <a:r>
              <a:rPr lang="en-US" sz="4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 firm</a:t>
            </a:r>
            <a:pPr algn="ctr" indent="0" marL="0">
              <a:buNone/>
            </a:pPr>
            <a:r>
              <a:rPr lang="en-US" sz="4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rules that get you approved and keep you there…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2026-08-23T15:49:10Z</dcterms:created>
  <dcterms:modified xsi:type="dcterms:W3CDTF">2026-08-23T15:49:10Z</dcterms:modified>
</cp:coreProperties>
</file>
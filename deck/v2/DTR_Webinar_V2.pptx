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slideMasters/slideMaster335.xml" ContentType="application/vnd.openxmlformats-officedocument.presentationml.slideMaster+xml"/>
  <Override PartName="/ppt/slides/slide335.xml" ContentType="application/vnd.openxmlformats-officedocument.presentationml.slide+xml"/>
  <Override PartName="/ppt/slideMasters/slideMaster336.xml" ContentType="application/vnd.openxmlformats-officedocument.presentationml.slideMaster+xml"/>
  <Override PartName="/ppt/slides/slide336.xml" ContentType="application/vnd.openxmlformats-officedocument.presentationml.slide+xml"/>
  <Override PartName="/ppt/slideMasters/slideMaster337.xml" ContentType="application/vnd.openxmlformats-officedocument.presentationml.slideMaster+xml"/>
  <Override PartName="/ppt/slides/slide337.xml" ContentType="application/vnd.openxmlformats-officedocument.presentationml.slide+xml"/>
  <Override PartName="/ppt/slideMasters/slideMaster338.xml" ContentType="application/vnd.openxmlformats-officedocument.presentationml.slideMaster+xml"/>
  <Override PartName="/ppt/slides/slide338.xml" ContentType="application/vnd.openxmlformats-officedocument.presentationml.slide+xml"/>
  <Override PartName="/ppt/slideMasters/slideMaster339.xml" ContentType="application/vnd.openxmlformats-officedocument.presentationml.slideMaster+xml"/>
  <Override PartName="/ppt/slides/slide339.xml" ContentType="application/vnd.openxmlformats-officedocument.presentationml.slide+xml"/>
  <Override PartName="/ppt/slideMasters/slideMaster340.xml" ContentType="application/vnd.openxmlformats-officedocument.presentationml.slideMaster+xml"/>
  <Override PartName="/ppt/slides/slide340.xml" ContentType="application/vnd.openxmlformats-officedocument.presentationml.slide+xml"/>
  <Override PartName="/ppt/slideMasters/slideMaster341.xml" ContentType="application/vnd.openxmlformats-officedocument.presentationml.slideMaster+xml"/>
  <Override PartName="/ppt/slides/slide341.xml" ContentType="application/vnd.openxmlformats-officedocument.presentationml.slide+xml"/>
  <Override PartName="/ppt/slideMasters/slideMaster342.xml" ContentType="application/vnd.openxmlformats-officedocument.presentationml.slideMaster+xml"/>
  <Override PartName="/ppt/slides/slide342.xml" ContentType="application/vnd.openxmlformats-officedocument.presentationml.slide+xml"/>
  <Override PartName="/ppt/slideMasters/slideMaster343.xml" ContentType="application/vnd.openxmlformats-officedocument.presentationml.slideMaster+xml"/>
  <Override PartName="/ppt/slides/slide343.xml" ContentType="application/vnd.openxmlformats-officedocument.presentationml.slide+xml"/>
  <Override PartName="/ppt/slideMasters/slideMaster344.xml" ContentType="application/vnd.openxmlformats-officedocument.presentationml.slideMaster+xml"/>
  <Override PartName="/ppt/slides/slide344.xml" ContentType="application/vnd.openxmlformats-officedocument.presentationml.slide+xml"/>
  <Override PartName="/ppt/slideMasters/slideMaster345.xml" ContentType="application/vnd.openxmlformats-officedocument.presentationml.slideMaster+xml"/>
  <Override PartName="/ppt/slides/slide345.xml" ContentType="application/vnd.openxmlformats-officedocument.presentationml.slide+xml"/>
  <Override PartName="/ppt/slideMasters/slideMaster346.xml" ContentType="application/vnd.openxmlformats-officedocument.presentationml.slideMaster+xml"/>
  <Override PartName="/ppt/slides/slide346.xml" ContentType="application/vnd.openxmlformats-officedocument.presentationml.slide+xml"/>
  <Override PartName="/ppt/slideMasters/slideMaster347.xml" ContentType="application/vnd.openxmlformats-officedocument.presentationml.slideMaster+xml"/>
  <Override PartName="/ppt/slides/slide347.xml" ContentType="application/vnd.openxmlformats-officedocument.presentationml.slide+xml"/>
  <Override PartName="/ppt/slideMasters/slideMaster348.xml" ContentType="application/vnd.openxmlformats-officedocument.presentationml.slideMaster+xml"/>
  <Override PartName="/ppt/slides/slide348.xml" ContentType="application/vnd.openxmlformats-officedocument.presentationml.slide+xml"/>
  <Override PartName="/ppt/slideMasters/slideMaster349.xml" ContentType="application/vnd.openxmlformats-officedocument.presentationml.slideMaster+xml"/>
  <Override PartName="/ppt/slides/slide349.xml" ContentType="application/vnd.openxmlformats-officedocument.presentationml.slide+xml"/>
  <Override PartName="/ppt/slideMasters/slideMaster350.xml" ContentType="application/vnd.openxmlformats-officedocument.presentationml.slideMaster+xml"/>
  <Override PartName="/ppt/slides/slide350.xml" ContentType="application/vnd.openxmlformats-officedocument.presentationml.slide+xml"/>
  <Override PartName="/ppt/slideMasters/slideMaster351.xml" ContentType="application/vnd.openxmlformats-officedocument.presentationml.slideMaster+xml"/>
  <Override PartName="/ppt/slides/slide351.xml" ContentType="application/vnd.openxmlformats-officedocument.presentationml.slide+xml"/>
  <Override PartName="/ppt/slideMasters/slideMaster352.xml" ContentType="application/vnd.openxmlformats-officedocument.presentationml.slideMaster+xml"/>
  <Override PartName="/ppt/slides/slide352.xml" ContentType="application/vnd.openxmlformats-officedocument.presentationml.slide+xml"/>
  <Override PartName="/ppt/slideMasters/slideMaster353.xml" ContentType="application/vnd.openxmlformats-officedocument.presentationml.slideMaster+xml"/>
  <Override PartName="/ppt/slides/slide353.xml" ContentType="application/vnd.openxmlformats-officedocument.presentationml.slide+xml"/>
  <Override PartName="/ppt/slideMasters/slideMaster354.xml" ContentType="application/vnd.openxmlformats-officedocument.presentationml.slideMaster+xml"/>
  <Override PartName="/ppt/slides/slide354.xml" ContentType="application/vnd.openxmlformats-officedocument.presentationml.slide+xml"/>
  <Override PartName="/ppt/slideMasters/slideMaster355.xml" ContentType="application/vnd.openxmlformats-officedocument.presentationml.slideMaster+xml"/>
  <Override PartName="/ppt/slides/slide355.xml" ContentType="application/vnd.openxmlformats-officedocument.presentationml.slide+xml"/>
  <Override PartName="/ppt/slideMasters/slideMaster356.xml" ContentType="application/vnd.openxmlformats-officedocument.presentationml.slideMaster+xml"/>
  <Override PartName="/ppt/slides/slide356.xml" ContentType="application/vnd.openxmlformats-officedocument.presentationml.slide+xml"/>
  <Override PartName="/ppt/slideMasters/slideMaster357.xml" ContentType="application/vnd.openxmlformats-officedocument.presentationml.slideMaster+xml"/>
  <Override PartName="/ppt/slides/slide357.xml" ContentType="application/vnd.openxmlformats-officedocument.presentationml.slide+xml"/>
  <Override PartName="/ppt/slideMasters/slideMaster358.xml" ContentType="application/vnd.openxmlformats-officedocument.presentationml.slideMaster+xml"/>
  <Override PartName="/ppt/slides/slide358.xml" ContentType="application/vnd.openxmlformats-officedocument.presentationml.slide+xml"/>
  <Override PartName="/ppt/slideMasters/slideMaster359.xml" ContentType="application/vnd.openxmlformats-officedocument.presentationml.slideMaster+xml"/>
  <Override PartName="/ppt/slides/slide359.xml" ContentType="application/vnd.openxmlformats-officedocument.presentationml.slide+xml"/>
  <Override PartName="/ppt/slideMasters/slideMaster360.xml" ContentType="application/vnd.openxmlformats-officedocument.presentationml.slideMaster+xml"/>
  <Override PartName="/ppt/slides/slide360.xml" ContentType="application/vnd.openxmlformats-officedocument.presentationml.slide+xml"/>
  <Override PartName="/ppt/slideMasters/slideMaster361.xml" ContentType="application/vnd.openxmlformats-officedocument.presentationml.slideMaster+xml"/>
  <Override PartName="/ppt/slides/slide361.xml" ContentType="application/vnd.openxmlformats-officedocument.presentationml.slide+xml"/>
  <Override PartName="/ppt/slideMasters/slideMaster362.xml" ContentType="application/vnd.openxmlformats-officedocument.presentationml.slideMaster+xml"/>
  <Override PartName="/ppt/slides/slide362.xml" ContentType="application/vnd.openxmlformats-officedocument.presentationml.slide+xml"/>
  <Override PartName="/ppt/slideMasters/slideMaster363.xml" ContentType="application/vnd.openxmlformats-officedocument.presentationml.slideMaster+xml"/>
  <Override PartName="/ppt/slides/slide363.xml" ContentType="application/vnd.openxmlformats-officedocument.presentationml.slide+xml"/>
  <Override PartName="/ppt/slideMasters/slideMaster364.xml" ContentType="application/vnd.openxmlformats-officedocument.presentationml.slideMaster+xml"/>
  <Override PartName="/ppt/slides/slide364.xml" ContentType="application/vnd.openxmlformats-officedocument.presentationml.slide+xml"/>
  <Override PartName="/ppt/slideMasters/slideMaster365.xml" ContentType="application/vnd.openxmlformats-officedocument.presentationml.slideMaster+xml"/>
  <Override PartName="/ppt/slides/slide365.xml" ContentType="application/vnd.openxmlformats-officedocument.presentationml.slide+xml"/>
  <Override PartName="/ppt/slideMasters/slideMaster366.xml" ContentType="application/vnd.openxmlformats-officedocument.presentationml.slideMaster+xml"/>
  <Override PartName="/ppt/slides/slide366.xml" ContentType="application/vnd.openxmlformats-officedocument.presentationml.slide+xml"/>
  <Override PartName="/ppt/slideMasters/slideMaster367.xml" ContentType="application/vnd.openxmlformats-officedocument.presentationml.slideMaster+xml"/>
  <Override PartName="/ppt/slides/slide367.xml" ContentType="application/vnd.openxmlformats-officedocument.presentationml.slide+xml"/>
  <Override PartName="/ppt/slideMasters/slideMaster368.xml" ContentType="application/vnd.openxmlformats-officedocument.presentationml.slideMaster+xml"/>
  <Override PartName="/ppt/slides/slide368.xml" ContentType="application/vnd.openxmlformats-officedocument.presentationml.slide+xml"/>
  <Override PartName="/ppt/slideMasters/slideMaster369.xml" ContentType="application/vnd.openxmlformats-officedocument.presentationml.slideMaster+xml"/>
  <Override PartName="/ppt/slides/slide369.xml" ContentType="application/vnd.openxmlformats-officedocument.presentationml.slide+xml"/>
  <Override PartName="/ppt/slideMasters/slideMaster370.xml" ContentType="application/vnd.openxmlformats-officedocument.presentationml.slideMaster+xml"/>
  <Override PartName="/ppt/slides/slide370.xml" ContentType="application/vnd.openxmlformats-officedocument.presentationml.slide+xml"/>
  <Override PartName="/ppt/slideMasters/slideMaster371.xml" ContentType="application/vnd.openxmlformats-officedocument.presentationml.slideMaster+xml"/>
  <Override PartName="/ppt/slides/slide371.xml" ContentType="application/vnd.openxmlformats-officedocument.presentationml.slide+xml"/>
  <Override PartName="/ppt/slideMasters/slideMaster372.xml" ContentType="application/vnd.openxmlformats-officedocument.presentationml.slideMaster+xml"/>
  <Override PartName="/ppt/slides/slide372.xml" ContentType="application/vnd.openxmlformats-officedocument.presentationml.slide+xml"/>
  <Override PartName="/ppt/slideMasters/slideMaster373.xml" ContentType="application/vnd.openxmlformats-officedocument.presentationml.slideMaster+xml"/>
  <Override PartName="/ppt/slides/slide373.xml" ContentType="application/vnd.openxmlformats-officedocument.presentationml.slide+xml"/>
  <Override PartName="/ppt/slideMasters/slideMaster374.xml" ContentType="application/vnd.openxmlformats-officedocument.presentationml.slideMaster+xml"/>
  <Override PartName="/ppt/slides/slide374.xml" ContentType="application/vnd.openxmlformats-officedocument.presentationml.slide+xml"/>
  <Override PartName="/ppt/slideMasters/slideMaster375.xml" ContentType="application/vnd.openxmlformats-officedocument.presentationml.slideMaster+xml"/>
  <Override PartName="/ppt/slides/slide375.xml" ContentType="application/vnd.openxmlformats-officedocument.presentationml.slide+xml"/>
  <Override PartName="/ppt/slideMasters/slideMaster376.xml" ContentType="application/vnd.openxmlformats-officedocument.presentationml.slideMaster+xml"/>
  <Override PartName="/ppt/slides/slide376.xml" ContentType="application/vnd.openxmlformats-officedocument.presentationml.slide+xml"/>
  <Override PartName="/ppt/slideMasters/slideMaster377.xml" ContentType="application/vnd.openxmlformats-officedocument.presentationml.slideMaster+xml"/>
  <Override PartName="/ppt/slides/slide377.xml" ContentType="application/vnd.openxmlformats-officedocument.presentationml.slide+xml"/>
  <Override PartName="/ppt/slideMasters/slideMaster378.xml" ContentType="application/vnd.openxmlformats-officedocument.presentationml.slideMaster+xml"/>
  <Override PartName="/ppt/slides/slide378.xml" ContentType="application/vnd.openxmlformats-officedocument.presentationml.slide+xml"/>
  <Override PartName="/ppt/slideMasters/slideMaster379.xml" ContentType="application/vnd.openxmlformats-officedocument.presentationml.slideMaster+xml"/>
  <Override PartName="/ppt/slides/slide379.xml" ContentType="application/vnd.openxmlformats-officedocument.presentationml.slide+xml"/>
  <Override PartName="/ppt/slideMasters/slideMaster380.xml" ContentType="application/vnd.openxmlformats-officedocument.presentationml.slideMaster+xml"/>
  <Override PartName="/ppt/slides/slide380.xml" ContentType="application/vnd.openxmlformats-officedocument.presentationml.slide+xml"/>
  <Override PartName="/ppt/slideMasters/slideMaster381.xml" ContentType="application/vnd.openxmlformats-officedocument.presentationml.slideMaster+xml"/>
  <Override PartName="/ppt/slides/slide381.xml" ContentType="application/vnd.openxmlformats-officedocument.presentationml.slide+xml"/>
  <Override PartName="/ppt/slideMasters/slideMaster382.xml" ContentType="application/vnd.openxmlformats-officedocument.presentationml.slideMaster+xml"/>
  <Override PartName="/ppt/slides/slide382.xml" ContentType="application/vnd.openxmlformats-officedocument.presentationml.slide+xml"/>
  <Override PartName="/ppt/slideMasters/slideMaster383.xml" ContentType="application/vnd.openxmlformats-officedocument.presentationml.slideMaster+xml"/>
  <Override PartName="/ppt/slides/slide383.xml" ContentType="application/vnd.openxmlformats-officedocument.presentationml.slide+xml"/>
  <Override PartName="/ppt/slideMasters/slideMaster384.xml" ContentType="application/vnd.openxmlformats-officedocument.presentationml.slideMaster+xml"/>
  <Override PartName="/ppt/slides/slide384.xml" ContentType="application/vnd.openxmlformats-officedocument.presentationml.slide+xml"/>
  <Override PartName="/ppt/slideMasters/slideMaster385.xml" ContentType="application/vnd.openxmlformats-officedocument.presentationml.slideMaster+xml"/>
  <Override PartName="/ppt/slides/slide385.xml" ContentType="application/vnd.openxmlformats-officedocument.presentationml.slide+xml"/>
  <Override PartName="/ppt/slideMasters/slideMaster386.xml" ContentType="application/vnd.openxmlformats-officedocument.presentationml.slideMaster+xml"/>
  <Override PartName="/ppt/slides/slide386.xml" ContentType="application/vnd.openxmlformats-officedocument.presentationml.slide+xml"/>
  <Override PartName="/ppt/slideMasters/slideMaster387.xml" ContentType="application/vnd.openxmlformats-officedocument.presentationml.slideMaster+xml"/>
  <Override PartName="/ppt/slides/slide387.xml" ContentType="application/vnd.openxmlformats-officedocument.presentationml.slide+xml"/>
  <Override PartName="/ppt/slideMasters/slideMaster388.xml" ContentType="application/vnd.openxmlformats-officedocument.presentationml.slideMaster+xml"/>
  <Override PartName="/ppt/slides/slide388.xml" ContentType="application/vnd.openxmlformats-officedocument.presentationml.slide+xml"/>
  <Override PartName="/ppt/slideMasters/slideMaster389.xml" ContentType="application/vnd.openxmlformats-officedocument.presentationml.slideMaster+xml"/>
  <Override PartName="/ppt/slides/slide389.xml" ContentType="application/vnd.openxmlformats-officedocument.presentationml.slide+xml"/>
  <Override PartName="/ppt/slideMasters/slideMaster390.xml" ContentType="application/vnd.openxmlformats-officedocument.presentationml.slideMaster+xml"/>
  <Override PartName="/ppt/slides/slide390.xml" ContentType="application/vnd.openxmlformats-officedocument.presentationml.slide+xml"/>
  <Override PartName="/ppt/slideMasters/slideMaster391.xml" ContentType="application/vnd.openxmlformats-officedocument.presentationml.slideMaster+xml"/>
  <Override PartName="/ppt/slides/slide391.xml" ContentType="application/vnd.openxmlformats-officedocument.presentationml.slide+xml"/>
  <Override PartName="/ppt/slideMasters/slideMaster392.xml" ContentType="application/vnd.openxmlformats-officedocument.presentationml.slideMaster+xml"/>
  <Override PartName="/ppt/slides/slide392.xml" ContentType="application/vnd.openxmlformats-officedocument.presentationml.slide+xml"/>
  <Override PartName="/ppt/slideMasters/slideMaster393.xml" ContentType="application/vnd.openxmlformats-officedocument.presentationml.slideMaster+xml"/>
  <Override PartName="/ppt/slides/slide393.xml" ContentType="application/vnd.openxmlformats-officedocument.presentationml.slide+xml"/>
  <Override PartName="/ppt/slideMasters/slideMaster394.xml" ContentType="application/vnd.openxmlformats-officedocument.presentationml.slideMaster+xml"/>
  <Override PartName="/ppt/slides/slide394.xml" ContentType="application/vnd.openxmlformats-officedocument.presentationml.slide+xml"/>
  <Override PartName="/ppt/slideMasters/slideMaster395.xml" ContentType="application/vnd.openxmlformats-officedocument.presentationml.slideMaster+xml"/>
  <Override PartName="/ppt/slides/slide395.xml" ContentType="application/vnd.openxmlformats-officedocument.presentationml.slide+xml"/>
  <Override PartName="/ppt/slideMasters/slideMaster396.xml" ContentType="application/vnd.openxmlformats-officedocument.presentationml.slideMaster+xml"/>
  <Override PartName="/ppt/slides/slide396.xml" ContentType="application/vnd.openxmlformats-officedocument.presentationml.slide+xml"/>
  <Override PartName="/ppt/slideMasters/slideMaster397.xml" ContentType="application/vnd.openxmlformats-officedocument.presentationml.slideMaster+xml"/>
  <Override PartName="/ppt/slides/slide397.xml" ContentType="application/vnd.openxmlformats-officedocument.presentationml.slide+xml"/>
  <Override PartName="/ppt/slideMasters/slideMaster398.xml" ContentType="application/vnd.openxmlformats-officedocument.presentationml.slideMaster+xml"/>
  <Override PartName="/ppt/slides/slide398.xml" ContentType="application/vnd.openxmlformats-officedocument.presentationml.slide+xml"/>
  <Override PartName="/ppt/slideMasters/slideMaster399.xml" ContentType="application/vnd.openxmlformats-officedocument.presentationml.slideMaster+xml"/>
  <Override PartName="/ppt/slides/slide399.xml" ContentType="application/vnd.openxmlformats-officedocument.presentationml.slide+xml"/>
  <Override PartName="/ppt/slideMasters/slideMaster400.xml" ContentType="application/vnd.openxmlformats-officedocument.presentationml.slideMaster+xml"/>
  <Override PartName="/ppt/slides/slide400.xml" ContentType="application/vnd.openxmlformats-officedocument.presentationml.slide+xml"/>
  <Override PartName="/ppt/slideMasters/slideMaster401.xml" ContentType="application/vnd.openxmlformats-officedocument.presentationml.slideMaster+xml"/>
  <Override PartName="/ppt/slides/slide401.xml" ContentType="application/vnd.openxmlformats-officedocument.presentationml.slide+xml"/>
  <Override PartName="/ppt/slideMasters/slideMaster402.xml" ContentType="application/vnd.openxmlformats-officedocument.presentationml.slideMaster+xml"/>
  <Override PartName="/ppt/slides/slide402.xml" ContentType="application/vnd.openxmlformats-officedocument.presentationml.slide+xml"/>
  <Override PartName="/ppt/slideMasters/slideMaster403.xml" ContentType="application/vnd.openxmlformats-officedocument.presentationml.slideMaster+xml"/>
  <Override PartName="/ppt/slides/slide403.xml" ContentType="application/vnd.openxmlformats-officedocument.presentationml.slide+xml"/>
  <Override PartName="/ppt/slideMasters/slideMaster404.xml" ContentType="application/vnd.openxmlformats-officedocument.presentationml.slideMaster+xml"/>
  <Override PartName="/ppt/slides/slide404.xml" ContentType="application/vnd.openxmlformats-officedocument.presentationml.slide+xml"/>
  <Override PartName="/ppt/slideMasters/slideMaster405.xml" ContentType="application/vnd.openxmlformats-officedocument.presentationml.slideMaster+xml"/>
  <Override PartName="/ppt/slides/slide405.xml" ContentType="application/vnd.openxmlformats-officedocument.presentationml.slide+xml"/>
  <Override PartName="/ppt/slideMasters/slideMaster406.xml" ContentType="application/vnd.openxmlformats-officedocument.presentationml.slideMaster+xml"/>
  <Override PartName="/ppt/slides/slide406.xml" ContentType="application/vnd.openxmlformats-officedocument.presentationml.slide+xml"/>
  <Override PartName="/ppt/slideMasters/slideMaster407.xml" ContentType="application/vnd.openxmlformats-officedocument.presentationml.slideMaster+xml"/>
  <Override PartName="/ppt/slides/slide407.xml" ContentType="application/vnd.openxmlformats-officedocument.presentationml.slide+xml"/>
  <Override PartName="/ppt/slideMasters/slideMaster408.xml" ContentType="application/vnd.openxmlformats-officedocument.presentationml.slideMaster+xml"/>
  <Override PartName="/ppt/slides/slide408.xml" ContentType="application/vnd.openxmlformats-officedocument.presentationml.slide+xml"/>
  <Override PartName="/ppt/slideMasters/slideMaster409.xml" ContentType="application/vnd.openxmlformats-officedocument.presentationml.slideMaster+xml"/>
  <Override PartName="/ppt/slides/slide409.xml" ContentType="application/vnd.openxmlformats-officedocument.presentationml.slide+xml"/>
  <Override PartName="/ppt/slideMasters/slideMaster410.xml" ContentType="application/vnd.openxmlformats-officedocument.presentationml.slideMaster+xml"/>
  <Override PartName="/ppt/slides/slide410.xml" ContentType="application/vnd.openxmlformats-officedocument.presentationml.slide+xml"/>
  <Override PartName="/ppt/slideMasters/slideMaster411.xml" ContentType="application/vnd.openxmlformats-officedocument.presentationml.slideMaster+xml"/>
  <Override PartName="/ppt/slides/slide411.xml" ContentType="application/vnd.openxmlformats-officedocument.presentationml.slide+xml"/>
  <Override PartName="/ppt/slideMasters/slideMaster412.xml" ContentType="application/vnd.openxmlformats-officedocument.presentationml.slideMaster+xml"/>
  <Override PartName="/ppt/slides/slide412.xml" ContentType="application/vnd.openxmlformats-officedocument.presentationml.slide+xml"/>
  <Override PartName="/ppt/slideMasters/slideMaster413.xml" ContentType="application/vnd.openxmlformats-officedocument.presentationml.slideMaster+xml"/>
  <Override PartName="/ppt/slides/slide413.xml" ContentType="application/vnd.openxmlformats-officedocument.presentationml.slide+xml"/>
  <Override PartName="/ppt/slideMasters/slideMaster414.xml" ContentType="application/vnd.openxmlformats-officedocument.presentationml.slideMaster+xml"/>
  <Override PartName="/ppt/slides/slide414.xml" ContentType="application/vnd.openxmlformats-officedocument.presentationml.slide+xml"/>
  <Override PartName="/ppt/slideMasters/slideMaster415.xml" ContentType="application/vnd.openxmlformats-officedocument.presentationml.slideMaster+xml"/>
  <Override PartName="/ppt/slides/slide415.xml" ContentType="application/vnd.openxmlformats-officedocument.presentationml.slide+xml"/>
  <Override PartName="/ppt/slideMasters/slideMaster416.xml" ContentType="application/vnd.openxmlformats-officedocument.presentationml.slideMaster+xml"/>
  <Override PartName="/ppt/slides/slide416.xml" ContentType="application/vnd.openxmlformats-officedocument.presentationml.slide+xml"/>
  <Override PartName="/ppt/slideMasters/slideMaster417.xml" ContentType="application/vnd.openxmlformats-officedocument.presentationml.slideMaster+xml"/>
  <Override PartName="/ppt/slides/slide417.xml" ContentType="application/vnd.openxmlformats-officedocument.presentationml.slide+xml"/>
  <Override PartName="/ppt/slideMasters/slideMaster418.xml" ContentType="application/vnd.openxmlformats-officedocument.presentationml.slideMaster+xml"/>
  <Override PartName="/ppt/slides/slide418.xml" ContentType="application/vnd.openxmlformats-officedocument.presentationml.slide+xml"/>
  <Override PartName="/ppt/slideMasters/slideMaster419.xml" ContentType="application/vnd.openxmlformats-officedocument.presentationml.slideMaster+xml"/>
  <Override PartName="/ppt/slides/slide419.xml" ContentType="application/vnd.openxmlformats-officedocument.presentationml.slide+xml"/>
  <Override PartName="/ppt/slideMasters/slideMaster420.xml" ContentType="application/vnd.openxmlformats-officedocument.presentationml.slideMaster+xml"/>
  <Override PartName="/ppt/slides/slide420.xml" ContentType="application/vnd.openxmlformats-officedocument.presentationml.slide+xml"/>
  <Override PartName="/ppt/slideMasters/slideMaster421.xml" ContentType="application/vnd.openxmlformats-officedocument.presentationml.slideMaster+xml"/>
  <Override PartName="/ppt/slides/slide421.xml" ContentType="application/vnd.openxmlformats-officedocument.presentationml.slide+xml"/>
  <Override PartName="/ppt/slideMasters/slideMaster422.xml" ContentType="application/vnd.openxmlformats-officedocument.presentationml.slideMaster+xml"/>
  <Override PartName="/ppt/slides/slide422.xml" ContentType="application/vnd.openxmlformats-officedocument.presentationml.slide+xml"/>
  <Override PartName="/ppt/slideMasters/slideMaster423.xml" ContentType="application/vnd.openxmlformats-officedocument.presentationml.slideMaster+xml"/>
  <Override PartName="/ppt/slides/slide423.xml" ContentType="application/vnd.openxmlformats-officedocument.presentationml.slide+xml"/>
  <Override PartName="/ppt/slideMasters/slideMaster424.xml" ContentType="application/vnd.openxmlformats-officedocument.presentationml.slideMaster+xml"/>
  <Override PartName="/ppt/slides/slide424.xml" ContentType="application/vnd.openxmlformats-officedocument.presentationml.slide+xml"/>
  <Override PartName="/ppt/slideMasters/slideMaster425.xml" ContentType="application/vnd.openxmlformats-officedocument.presentationml.slideMaster+xml"/>
  <Override PartName="/ppt/slides/slide425.xml" ContentType="application/vnd.openxmlformats-officedocument.presentationml.slide+xml"/>
  <Override PartName="/ppt/slideMasters/slideMaster426.xml" ContentType="application/vnd.openxmlformats-officedocument.presentationml.slideMaster+xml"/>
  <Override PartName="/ppt/slides/slide426.xml" ContentType="application/vnd.openxmlformats-officedocument.presentationml.slide+xml"/>
  <Override PartName="/ppt/slideMasters/slideMaster427.xml" ContentType="application/vnd.openxmlformats-officedocument.presentationml.slideMaster+xml"/>
  <Override PartName="/ppt/slides/slide427.xml" ContentType="application/vnd.openxmlformats-officedocument.presentationml.slide+xml"/>
  <Override PartName="/ppt/slideMasters/slideMaster428.xml" ContentType="application/vnd.openxmlformats-officedocument.presentationml.slideMaster+xml"/>
  <Override PartName="/ppt/slides/slide428.xml" ContentType="application/vnd.openxmlformats-officedocument.presentationml.slide+xml"/>
  <Override PartName="/ppt/slideMasters/slideMaster429.xml" ContentType="application/vnd.openxmlformats-officedocument.presentationml.slideMaster+xml"/>
  <Override PartName="/ppt/slides/slide429.xml" ContentType="application/vnd.openxmlformats-officedocument.presentationml.slide+xml"/>
  <Override PartName="/ppt/slideMasters/slideMaster430.xml" ContentType="application/vnd.openxmlformats-officedocument.presentationml.slideMaster+xml"/>
  <Override PartName="/ppt/slides/slide430.xml" ContentType="application/vnd.openxmlformats-officedocument.presentationml.slide+xml"/>
  <Override PartName="/ppt/slideMasters/slideMaster431.xml" ContentType="application/vnd.openxmlformats-officedocument.presentationml.slideMaster+xml"/>
  <Override PartName="/ppt/slides/slide431.xml" ContentType="application/vnd.openxmlformats-officedocument.presentationml.slide+xml"/>
  <Override PartName="/ppt/slideMasters/slideMaster432.xml" ContentType="application/vnd.openxmlformats-officedocument.presentationml.slideMaster+xml"/>
  <Override PartName="/ppt/slides/slide432.xml" ContentType="application/vnd.openxmlformats-officedocument.presentationml.slide+xml"/>
  <Override PartName="/ppt/slideMasters/slideMaster433.xml" ContentType="application/vnd.openxmlformats-officedocument.presentationml.slideMaster+xml"/>
  <Override PartName="/ppt/slides/slide433.xml" ContentType="application/vnd.openxmlformats-officedocument.presentationml.slide+xml"/>
  <Override PartName="/ppt/slideMasters/slideMaster434.xml" ContentType="application/vnd.openxmlformats-officedocument.presentationml.slideMaster+xml"/>
  <Override PartName="/ppt/slides/slide434.xml" ContentType="application/vnd.openxmlformats-officedocument.presentationml.slide+xml"/>
  <Override PartName="/ppt/slideMasters/slideMaster435.xml" ContentType="application/vnd.openxmlformats-officedocument.presentationml.slideMaster+xml"/>
  <Override PartName="/ppt/slides/slide435.xml" ContentType="application/vnd.openxmlformats-officedocument.presentationml.slide+xml"/>
  <Override PartName="/ppt/slideMasters/slideMaster436.xml" ContentType="application/vnd.openxmlformats-officedocument.presentationml.slideMaster+xml"/>
  <Override PartName="/ppt/slides/slide436.xml" ContentType="application/vnd.openxmlformats-officedocument.presentationml.slide+xml"/>
  <Override PartName="/ppt/slideMasters/slideMaster437.xml" ContentType="application/vnd.openxmlformats-officedocument.presentationml.slideMaster+xml"/>
  <Override PartName="/ppt/slides/slide437.xml" ContentType="application/vnd.openxmlformats-officedocument.presentationml.slide+xml"/>
  <Override PartName="/ppt/slideMasters/slideMaster438.xml" ContentType="application/vnd.openxmlformats-officedocument.presentationml.slideMaster+xml"/>
  <Override PartName="/ppt/slides/slide438.xml" ContentType="application/vnd.openxmlformats-officedocument.presentationml.slide+xml"/>
  <Override PartName="/ppt/slideMasters/slideMaster439.xml" ContentType="application/vnd.openxmlformats-officedocument.presentationml.slideMaster+xml"/>
  <Override PartName="/ppt/slides/slide439.xml" ContentType="application/vnd.openxmlformats-officedocument.presentationml.slide+xml"/>
  <Override PartName="/ppt/slideMasters/slideMaster440.xml" ContentType="application/vnd.openxmlformats-officedocument.presentationml.slideMaster+xml"/>
  <Override PartName="/ppt/slides/slide440.xml" ContentType="application/vnd.openxmlformats-officedocument.presentationml.slide+xml"/>
  <Override PartName="/ppt/slideMasters/slideMaster441.xml" ContentType="application/vnd.openxmlformats-officedocument.presentationml.slideMaster+xml"/>
  <Override PartName="/ppt/slides/slide441.xml" ContentType="application/vnd.openxmlformats-officedocument.presentationml.slide+xml"/>
  <Override PartName="/ppt/slideMasters/slideMaster442.xml" ContentType="application/vnd.openxmlformats-officedocument.presentationml.slideMaster+xml"/>
  <Override PartName="/ppt/slides/slide442.xml" ContentType="application/vnd.openxmlformats-officedocument.presentationml.slide+xml"/>
  <Override PartName="/ppt/slideMasters/slideMaster443.xml" ContentType="application/vnd.openxmlformats-officedocument.presentationml.slideMaster+xml"/>
  <Override PartName="/ppt/slides/slide443.xml" ContentType="application/vnd.openxmlformats-officedocument.presentationml.slide+xml"/>
  <Override PartName="/ppt/slideMasters/slideMaster444.xml" ContentType="application/vnd.openxmlformats-officedocument.presentationml.slideMaster+xml"/>
  <Override PartName="/ppt/slides/slide444.xml" ContentType="application/vnd.openxmlformats-officedocument.presentationml.slide+xml"/>
  <Override PartName="/ppt/slideMasters/slideMaster445.xml" ContentType="application/vnd.openxmlformats-officedocument.presentationml.slideMaster+xml"/>
  <Override PartName="/ppt/slides/slide445.xml" ContentType="application/vnd.openxmlformats-officedocument.presentationml.slide+xml"/>
  <Override PartName="/ppt/slideMasters/slideMaster446.xml" ContentType="application/vnd.openxmlformats-officedocument.presentationml.slideMaster+xml"/>
  <Override PartName="/ppt/slides/slide446.xml" ContentType="application/vnd.openxmlformats-officedocument.presentationml.slide+xml"/>
  <Override PartName="/ppt/slideMasters/slideMaster447.xml" ContentType="application/vnd.openxmlformats-officedocument.presentationml.slideMaster+xml"/>
  <Override PartName="/ppt/slides/slide447.xml" ContentType="application/vnd.openxmlformats-officedocument.presentationml.slide+xml"/>
  <Override PartName="/ppt/slideMasters/slideMaster448.xml" ContentType="application/vnd.openxmlformats-officedocument.presentationml.slideMaster+xml"/>
  <Override PartName="/ppt/slides/slide448.xml" ContentType="application/vnd.openxmlformats-officedocument.presentationml.slide+xml"/>
  <Override PartName="/ppt/slideMasters/slideMaster449.xml" ContentType="application/vnd.openxmlformats-officedocument.presentationml.slideMaster+xml"/>
  <Override PartName="/ppt/slides/slide449.xml" ContentType="application/vnd.openxmlformats-officedocument.presentationml.slide+xml"/>
  <Override PartName="/ppt/slideMasters/slideMaster450.xml" ContentType="application/vnd.openxmlformats-officedocument.presentationml.slideMaster+xml"/>
  <Override PartName="/ppt/slides/slide450.xml" ContentType="application/vnd.openxmlformats-officedocument.presentationml.slide+xml"/>
  <Override PartName="/ppt/slideMasters/slideMaster451.xml" ContentType="application/vnd.openxmlformats-officedocument.presentationml.slideMaster+xml"/>
  <Override PartName="/ppt/slides/slide451.xml" ContentType="application/vnd.openxmlformats-officedocument.presentationml.slide+xml"/>
  <Override PartName="/ppt/slideMasters/slideMaster452.xml" ContentType="application/vnd.openxmlformats-officedocument.presentationml.slideMaster+xml"/>
  <Override PartName="/ppt/slides/slide452.xml" ContentType="application/vnd.openxmlformats-officedocument.presentationml.slide+xml"/>
  <Override PartName="/ppt/slideMasters/slideMaster453.xml" ContentType="application/vnd.openxmlformats-officedocument.presentationml.slideMaster+xml"/>
  <Override PartName="/ppt/slides/slide453.xml" ContentType="application/vnd.openxmlformats-officedocument.presentationml.slide+xml"/>
  <Override PartName="/ppt/slideMasters/slideMaster454.xml" ContentType="application/vnd.openxmlformats-officedocument.presentationml.slideMaster+xml"/>
  <Override PartName="/ppt/slides/slide454.xml" ContentType="application/vnd.openxmlformats-officedocument.presentationml.slide+xml"/>
  <Override PartName="/ppt/slideMasters/slideMaster455.xml" ContentType="application/vnd.openxmlformats-officedocument.presentationml.slideMaster+xml"/>
  <Override PartName="/ppt/slides/slide455.xml" ContentType="application/vnd.openxmlformats-officedocument.presentationml.slide+xml"/>
  <Override PartName="/ppt/slideMasters/slideMaster456.xml" ContentType="application/vnd.openxmlformats-officedocument.presentationml.slideMaster+xml"/>
  <Override PartName="/ppt/slides/slide456.xml" ContentType="application/vnd.openxmlformats-officedocument.presentationml.slide+xml"/>
  <Override PartName="/ppt/slideMasters/slideMaster457.xml" ContentType="application/vnd.openxmlformats-officedocument.presentationml.slideMaster+xml"/>
  <Override PartName="/ppt/slides/slide457.xml" ContentType="application/vnd.openxmlformats-officedocument.presentationml.slide+xml"/>
  <Override PartName="/ppt/slideMasters/slideMaster458.xml" ContentType="application/vnd.openxmlformats-officedocument.presentationml.slideMaster+xml"/>
  <Override PartName="/ppt/slides/slide458.xml" ContentType="application/vnd.openxmlformats-officedocument.presentationml.slide+xml"/>
  <Override PartName="/ppt/slideMasters/slideMaster459.xml" ContentType="application/vnd.openxmlformats-officedocument.presentationml.slideMaster+xml"/>
  <Override PartName="/ppt/slides/slide459.xml" ContentType="application/vnd.openxmlformats-officedocument.presentationml.slide+xml"/>
  <Override PartName="/ppt/slideMasters/slideMaster460.xml" ContentType="application/vnd.openxmlformats-officedocument.presentationml.slideMaster+xml"/>
  <Override PartName="/ppt/slides/slide460.xml" ContentType="application/vnd.openxmlformats-officedocument.presentationml.slide+xml"/>
  <Override PartName="/ppt/slideMasters/slideMaster461.xml" ContentType="application/vnd.openxmlformats-officedocument.presentationml.slideMaster+xml"/>
  <Override PartName="/ppt/slides/slide461.xml" ContentType="application/vnd.openxmlformats-officedocument.presentationml.slide+xml"/>
  <Override PartName="/ppt/slideMasters/slideMaster462.xml" ContentType="application/vnd.openxmlformats-officedocument.presentationml.slideMaster+xml"/>
  <Override PartName="/ppt/slides/slide462.xml" ContentType="application/vnd.openxmlformats-officedocument.presentationml.slide+xml"/>
  <Override PartName="/ppt/slideMasters/slideMaster463.xml" ContentType="application/vnd.openxmlformats-officedocument.presentationml.slideMaster+xml"/>
  <Override PartName="/ppt/slides/slide463.xml" ContentType="application/vnd.openxmlformats-officedocument.presentationml.slide+xml"/>
  <Override PartName="/ppt/slideMasters/slideMaster464.xml" ContentType="application/vnd.openxmlformats-officedocument.presentationml.slideMaster+xml"/>
  <Override PartName="/ppt/slides/slide464.xml" ContentType="application/vnd.openxmlformats-officedocument.presentationml.slide+xml"/>
  <Override PartName="/ppt/slideMasters/slideMaster465.xml" ContentType="application/vnd.openxmlformats-officedocument.presentationml.slideMaster+xml"/>
  <Override PartName="/ppt/slides/slide465.xml" ContentType="application/vnd.openxmlformats-officedocument.presentationml.slide+xml"/>
  <Override PartName="/ppt/slideMasters/slideMaster466.xml" ContentType="application/vnd.openxmlformats-officedocument.presentationml.slideMaster+xml"/>
  <Override PartName="/ppt/slides/slide466.xml" ContentType="application/vnd.openxmlformats-officedocument.presentationml.slide+xml"/>
  <Override PartName="/ppt/slideMasters/slideMaster467.xml" ContentType="application/vnd.openxmlformats-officedocument.presentationml.slideMaster+xml"/>
  <Override PartName="/ppt/slides/slide467.xml" ContentType="application/vnd.openxmlformats-officedocument.presentationml.slide+xml"/>
  <Override PartName="/ppt/slideMasters/slideMaster468.xml" ContentType="application/vnd.openxmlformats-officedocument.presentationml.slideMaster+xml"/>
  <Override PartName="/ppt/slides/slide468.xml" ContentType="application/vnd.openxmlformats-officedocument.presentationml.slide+xml"/>
  <Override PartName="/ppt/slideMasters/slideMaster469.xml" ContentType="application/vnd.openxmlformats-officedocument.presentationml.slideMaster+xml"/>
  <Override PartName="/ppt/slides/slide469.xml" ContentType="application/vnd.openxmlformats-officedocument.presentationml.slide+xml"/>
  <Override PartName="/ppt/slideMasters/slideMaster470.xml" ContentType="application/vnd.openxmlformats-officedocument.presentationml.slideMaster+xml"/>
  <Override PartName="/ppt/slides/slide470.xml" ContentType="application/vnd.openxmlformats-officedocument.presentationml.slide+xml"/>
  <Override PartName="/ppt/slideMasters/slideMaster471.xml" ContentType="application/vnd.openxmlformats-officedocument.presentationml.slideMaster+xml"/>
  <Override PartName="/ppt/slides/slide471.xml" ContentType="application/vnd.openxmlformats-officedocument.presentationml.slide+xml"/>
  <Override PartName="/ppt/slideMasters/slideMaster472.xml" ContentType="application/vnd.openxmlformats-officedocument.presentationml.slideMaster+xml"/>
  <Override PartName="/ppt/slides/slide472.xml" ContentType="application/vnd.openxmlformats-officedocument.presentationml.slide+xml"/>
  <Override PartName="/ppt/slideMasters/slideMaster473.xml" ContentType="application/vnd.openxmlformats-officedocument.presentationml.slideMaster+xml"/>
  <Override PartName="/ppt/slides/slide473.xml" ContentType="application/vnd.openxmlformats-officedocument.presentationml.slide+xml"/>
  <Override PartName="/ppt/slideMasters/slideMaster474.xml" ContentType="application/vnd.openxmlformats-officedocument.presentationml.slideMaster+xml"/>
  <Override PartName="/ppt/slides/slide474.xml" ContentType="application/vnd.openxmlformats-officedocument.presentationml.slide+xml"/>
  <Override PartName="/ppt/slideMasters/slideMaster475.xml" ContentType="application/vnd.openxmlformats-officedocument.presentationml.slideMaster+xml"/>
  <Override PartName="/ppt/slides/slide475.xml" ContentType="application/vnd.openxmlformats-officedocument.presentationml.slide+xml"/>
  <Override PartName="/ppt/slideMasters/slideMaster476.xml" ContentType="application/vnd.openxmlformats-officedocument.presentationml.slideMaster+xml"/>
  <Override PartName="/ppt/slides/slide476.xml" ContentType="application/vnd.openxmlformats-officedocument.presentationml.slide+xml"/>
  <Override PartName="/ppt/slideMasters/slideMaster477.xml" ContentType="application/vnd.openxmlformats-officedocument.presentationml.slideMaster+xml"/>
  <Override PartName="/ppt/slides/slide477.xml" ContentType="application/vnd.openxmlformats-officedocument.presentationml.slide+xml"/>
  <Override PartName="/ppt/slideMasters/slideMaster478.xml" ContentType="application/vnd.openxmlformats-officedocument.presentationml.slideMaster+xml"/>
  <Override PartName="/ppt/slides/slide478.xml" ContentType="application/vnd.openxmlformats-officedocument.presentationml.slide+xml"/>
  <Override PartName="/ppt/slideMasters/slideMaster479.xml" ContentType="application/vnd.openxmlformats-officedocument.presentationml.slideMaster+xml"/>
  <Override PartName="/ppt/slides/slide479.xml" ContentType="application/vnd.openxmlformats-officedocument.presentationml.slide+xml"/>
  <Override PartName="/ppt/slideMasters/slideMaster480.xml" ContentType="application/vnd.openxmlformats-officedocument.presentationml.slideMaster+xml"/>
  <Override PartName="/ppt/slides/slide480.xml" ContentType="application/vnd.openxmlformats-officedocument.presentationml.slide+xml"/>
  <Override PartName="/ppt/slideMasters/slideMaster481.xml" ContentType="application/vnd.openxmlformats-officedocument.presentationml.slideMaster+xml"/>
  <Override PartName="/ppt/slides/slide481.xml" ContentType="application/vnd.openxmlformats-officedocument.presentationml.slide+xml"/>
  <Override PartName="/ppt/slideMasters/slideMaster482.xml" ContentType="application/vnd.openxmlformats-officedocument.presentationml.slideMaster+xml"/>
  <Override PartName="/ppt/slides/slide482.xml" ContentType="application/vnd.openxmlformats-officedocument.presentationml.slide+xml"/>
  <Override PartName="/ppt/slideMasters/slideMaster483.xml" ContentType="application/vnd.openxmlformats-officedocument.presentationml.slideMaster+xml"/>
  <Override PartName="/ppt/slides/slide483.xml" ContentType="application/vnd.openxmlformats-officedocument.presentationml.slide+xml"/>
  <Override PartName="/ppt/slideMasters/slideMaster484.xml" ContentType="application/vnd.openxmlformats-officedocument.presentationml.slideMaster+xml"/>
  <Override PartName="/ppt/slides/slide484.xml" ContentType="application/vnd.openxmlformats-officedocument.presentationml.slide+xml"/>
  <Override PartName="/ppt/slideMasters/slideMaster485.xml" ContentType="application/vnd.openxmlformats-officedocument.presentationml.slideMaster+xml"/>
  <Override PartName="/ppt/slides/slide485.xml" ContentType="application/vnd.openxmlformats-officedocument.presentationml.slide+xml"/>
  <Override PartName="/ppt/slideMasters/slideMaster486.xml" ContentType="application/vnd.openxmlformats-officedocument.presentationml.slideMaster+xml"/>
  <Override PartName="/ppt/slides/slide486.xml" ContentType="application/vnd.openxmlformats-officedocument.presentationml.slide+xml"/>
  <Override PartName="/ppt/slideMasters/slideMaster487.xml" ContentType="application/vnd.openxmlformats-officedocument.presentationml.slideMaster+xml"/>
  <Override PartName="/ppt/slides/slide487.xml" ContentType="application/vnd.openxmlformats-officedocument.presentationml.slide+xml"/>
  <Override PartName="/ppt/slideMasters/slideMaster488.xml" ContentType="application/vnd.openxmlformats-officedocument.presentationml.slideMaster+xml"/>
  <Override PartName="/ppt/slides/slide488.xml" ContentType="application/vnd.openxmlformats-officedocument.presentationml.slide+xml"/>
  <Override PartName="/ppt/slideMasters/slideMaster489.xml" ContentType="application/vnd.openxmlformats-officedocument.presentationml.slideMaster+xml"/>
  <Override PartName="/ppt/slides/slide489.xml" ContentType="application/vnd.openxmlformats-officedocument.presentationml.slide+xml"/>
  <Override PartName="/ppt/slideMasters/slideMaster490.xml" ContentType="application/vnd.openxmlformats-officedocument.presentationml.slideMaster+xml"/>
  <Override PartName="/ppt/slides/slide490.xml" ContentType="application/vnd.openxmlformats-officedocument.presentationml.slide+xml"/>
  <Override PartName="/ppt/slideMasters/slideMaster491.xml" ContentType="application/vnd.openxmlformats-officedocument.presentationml.slideMaster+xml"/>
  <Override PartName="/ppt/slides/slide491.xml" ContentType="application/vnd.openxmlformats-officedocument.presentationml.slide+xml"/>
  <Override PartName="/ppt/slideMasters/slideMaster492.xml" ContentType="application/vnd.openxmlformats-officedocument.presentationml.slideMaster+xml"/>
  <Override PartName="/ppt/slides/slide492.xml" ContentType="application/vnd.openxmlformats-officedocument.presentationml.slide+xml"/>
  <Override PartName="/ppt/slideMasters/slideMaster493.xml" ContentType="application/vnd.openxmlformats-officedocument.presentationml.slideMaster+xml"/>
  <Override PartName="/ppt/slides/slide493.xml" ContentType="application/vnd.openxmlformats-officedocument.presentationml.slide+xml"/>
  <Override PartName="/ppt/slideMasters/slideMaster494.xml" ContentType="application/vnd.openxmlformats-officedocument.presentationml.slideMaster+xml"/>
  <Override PartName="/ppt/slides/slide494.xml" ContentType="application/vnd.openxmlformats-officedocument.presentationml.slide+xml"/>
  <Override PartName="/ppt/slideMasters/slideMaster495.xml" ContentType="application/vnd.openxmlformats-officedocument.presentationml.slideMaster+xml"/>
  <Override PartName="/ppt/slides/slide495.xml" ContentType="application/vnd.openxmlformats-officedocument.presentationml.slide+xml"/>
  <Override PartName="/ppt/slideMasters/slideMaster496.xml" ContentType="application/vnd.openxmlformats-officedocument.presentationml.slideMaster+xml"/>
  <Override PartName="/ppt/slides/slide496.xml" ContentType="application/vnd.openxmlformats-officedocument.presentationml.slide+xml"/>
  <Override PartName="/ppt/slideMasters/slideMaster497.xml" ContentType="application/vnd.openxmlformats-officedocument.presentationml.slideMaster+xml"/>
  <Override PartName="/ppt/slides/slide497.xml" ContentType="application/vnd.openxmlformats-officedocument.presentationml.slide+xml"/>
  <Override PartName="/ppt/slideMasters/slideMaster498.xml" ContentType="application/vnd.openxmlformats-officedocument.presentationml.slideMaster+xml"/>
  <Override PartName="/ppt/slides/slide498.xml" ContentType="application/vnd.openxmlformats-officedocument.presentationml.slide+xml"/>
  <Override PartName="/ppt/slideMasters/slideMaster499.xml" ContentType="application/vnd.openxmlformats-officedocument.presentationml.slideMaster+xml"/>
  <Override PartName="/ppt/slides/slide499.xml" ContentType="application/vnd.openxmlformats-officedocument.presentationml.slide+xml"/>
  <Override PartName="/ppt/slideMasters/slideMaster500.xml" ContentType="application/vnd.openxmlformats-officedocument.presentationml.slideMaster+xml"/>
  <Override PartName="/ppt/slides/slide500.xml" ContentType="application/vnd.openxmlformats-officedocument.presentationml.slide+xml"/>
  <Override PartName="/ppt/slideMasters/slideMaster501.xml" ContentType="application/vnd.openxmlformats-officedocument.presentationml.slideMaster+xml"/>
  <Override PartName="/ppt/slides/slide501.xml" ContentType="application/vnd.openxmlformats-officedocument.presentationml.slide+xml"/>
  <Override PartName="/ppt/slideMasters/slideMaster502.xml" ContentType="application/vnd.openxmlformats-officedocument.presentationml.slideMaster+xml"/>
  <Override PartName="/ppt/slides/slide502.xml" ContentType="application/vnd.openxmlformats-officedocument.presentationml.slide+xml"/>
  <Override PartName="/ppt/slideMasters/slideMaster503.xml" ContentType="application/vnd.openxmlformats-officedocument.presentationml.slideMaster+xml"/>
  <Override PartName="/ppt/slides/slide503.xml" ContentType="application/vnd.openxmlformats-officedocument.presentationml.slide+xml"/>
  <Override PartName="/ppt/slideMasters/slideMaster504.xml" ContentType="application/vnd.openxmlformats-officedocument.presentationml.slideMaster+xml"/>
  <Override PartName="/ppt/slides/slide504.xml" ContentType="application/vnd.openxmlformats-officedocument.presentationml.slide+xml"/>
  <Override PartName="/ppt/slideMasters/slideMaster505.xml" ContentType="application/vnd.openxmlformats-officedocument.presentationml.slideMaster+xml"/>
  <Override PartName="/ppt/slides/slide505.xml" ContentType="application/vnd.openxmlformats-officedocument.presentationml.slide+xml"/>
  <Override PartName="/ppt/slideMasters/slideMaster506.xml" ContentType="application/vnd.openxmlformats-officedocument.presentationml.slideMaster+xml"/>
  <Override PartName="/ppt/slides/slide506.xml" ContentType="application/vnd.openxmlformats-officedocument.presentationml.slide+xml"/>
  <Override PartName="/ppt/slideMasters/slideMaster507.xml" ContentType="application/vnd.openxmlformats-officedocument.presentationml.slideMaster+xml"/>
  <Override PartName="/ppt/slides/slide507.xml" ContentType="application/vnd.openxmlformats-officedocument.presentationml.slide+xml"/>
  <Override PartName="/ppt/slideMasters/slideMaster508.xml" ContentType="application/vnd.openxmlformats-officedocument.presentationml.slideMaster+xml"/>
  <Override PartName="/ppt/slides/slide508.xml" ContentType="application/vnd.openxmlformats-officedocument.presentationml.slide+xml"/>
  <Override PartName="/ppt/slideMasters/slideMaster509.xml" ContentType="application/vnd.openxmlformats-officedocument.presentationml.slideMaster+xml"/>
  <Override PartName="/ppt/slides/slide509.xml" ContentType="application/vnd.openxmlformats-officedocument.presentationml.slide+xml"/>
  <Override PartName="/ppt/slideMasters/slideMaster510.xml" ContentType="application/vnd.openxmlformats-officedocument.presentationml.slideMaster+xml"/>
  <Override PartName="/ppt/slides/slide510.xml" ContentType="application/vnd.openxmlformats-officedocument.presentationml.slide+xml"/>
  <Override PartName="/ppt/slideMasters/slideMaster511.xml" ContentType="application/vnd.openxmlformats-officedocument.presentationml.slideMaster+xml"/>
  <Override PartName="/ppt/slides/slide511.xml" ContentType="application/vnd.openxmlformats-officedocument.presentationml.slide+xml"/>
  <Override PartName="/ppt/slideMasters/slideMaster512.xml" ContentType="application/vnd.openxmlformats-officedocument.presentationml.slideMaster+xml"/>
  <Override PartName="/ppt/slides/slide512.xml" ContentType="application/vnd.openxmlformats-officedocument.presentationml.slide+xml"/>
  <Override PartName="/ppt/slideMasters/slideMaster513.xml" ContentType="application/vnd.openxmlformats-officedocument.presentationml.slideMaster+xml"/>
  <Override PartName="/ppt/slides/slide513.xml" ContentType="application/vnd.openxmlformats-officedocument.presentationml.slide+xml"/>
  <Override PartName="/ppt/slideMasters/slideMaster514.xml" ContentType="application/vnd.openxmlformats-officedocument.presentationml.slideMaster+xml"/>
  <Override PartName="/ppt/slides/slide514.xml" ContentType="application/vnd.openxmlformats-officedocument.presentationml.slide+xml"/>
  <Override PartName="/ppt/slideMasters/slideMaster515.xml" ContentType="application/vnd.openxmlformats-officedocument.presentationml.slideMaster+xml"/>
  <Override PartName="/ppt/slides/slide515.xml" ContentType="application/vnd.openxmlformats-officedocument.presentationml.slide+xml"/>
  <Override PartName="/ppt/slideMasters/slideMaster516.xml" ContentType="application/vnd.openxmlformats-officedocument.presentationml.slideMaster+xml"/>
  <Override PartName="/ppt/slides/slide516.xml" ContentType="application/vnd.openxmlformats-officedocument.presentationml.slide+xml"/>
  <Override PartName="/ppt/slideMasters/slideMaster517.xml" ContentType="application/vnd.openxmlformats-officedocument.presentationml.slideMaster+xml"/>
  <Override PartName="/ppt/slides/slide517.xml" ContentType="application/vnd.openxmlformats-officedocument.presentationml.slide+xml"/>
  <Override PartName="/ppt/slideMasters/slideMaster518.xml" ContentType="application/vnd.openxmlformats-officedocument.presentationml.slideMaster+xml"/>
  <Override PartName="/ppt/slides/slide518.xml" ContentType="application/vnd.openxmlformats-officedocument.presentationml.slide+xml"/>
  <Override PartName="/ppt/slideMasters/slideMaster519.xml" ContentType="application/vnd.openxmlformats-officedocument.presentationml.slideMaster+xml"/>
  <Override PartName="/ppt/slides/slide519.xml" ContentType="application/vnd.openxmlformats-officedocument.presentationml.slide+xml"/>
  <Override PartName="/ppt/slideMasters/slideMaster520.xml" ContentType="application/vnd.openxmlformats-officedocument.presentationml.slideMaster+xml"/>
  <Override PartName="/ppt/slides/slide520.xml" ContentType="application/vnd.openxmlformats-officedocument.presentationml.slide+xml"/>
  <Override PartName="/ppt/slideMasters/slideMaster521.xml" ContentType="application/vnd.openxmlformats-officedocument.presentationml.slideMaster+xml"/>
  <Override PartName="/ppt/slides/slide521.xml" ContentType="application/vnd.openxmlformats-officedocument.presentationml.slide+xml"/>
  <Override PartName="/ppt/slideMasters/slideMaster522.xml" ContentType="application/vnd.openxmlformats-officedocument.presentationml.slideMaster+xml"/>
  <Override PartName="/ppt/slides/slide522.xml" ContentType="application/vnd.openxmlformats-officedocument.presentationml.slide+xml"/>
  <Override PartName="/ppt/slideMasters/slideMaster523.xml" ContentType="application/vnd.openxmlformats-officedocument.presentationml.slideMaster+xml"/>
  <Override PartName="/ppt/slides/slide523.xml" ContentType="application/vnd.openxmlformats-officedocument.presentationml.slide+xml"/>
  <Override PartName="/ppt/slideMasters/slideMaster524.xml" ContentType="application/vnd.openxmlformats-officedocument.presentationml.slideMaster+xml"/>
  <Override PartName="/ppt/slides/slide524.xml" ContentType="application/vnd.openxmlformats-officedocument.presentationml.slide+xml"/>
  <Override PartName="/ppt/slideMasters/slideMaster525.xml" ContentType="application/vnd.openxmlformats-officedocument.presentationml.slideMaster+xml"/>
  <Override PartName="/ppt/slides/slide525.xml" ContentType="application/vnd.openxmlformats-officedocument.presentationml.slide+xml"/>
  <Override PartName="/ppt/slideMasters/slideMaster526.xml" ContentType="application/vnd.openxmlformats-officedocument.presentationml.slideMaster+xml"/>
  <Override PartName="/ppt/slides/slide526.xml" ContentType="application/vnd.openxmlformats-officedocument.presentationml.slide+xml"/>
  <Override PartName="/ppt/slideMasters/slideMaster527.xml" ContentType="application/vnd.openxmlformats-officedocument.presentationml.slideMaster+xml"/>
  <Override PartName="/ppt/slides/slide527.xml" ContentType="application/vnd.openxmlformats-officedocument.presentationml.slide+xml"/>
  <Override PartName="/ppt/slideMasters/slideMaster528.xml" ContentType="application/vnd.openxmlformats-officedocument.presentationml.slideMaster+xml"/>
  <Override PartName="/ppt/slides/slide5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ppt/notesSlides/notesSlide335.xml" ContentType="application/vnd.openxmlformats-officedocument.presentationml.notesSlide+xml"/>
  <Override PartName="/ppt/notesSlides/notesSlide336.xml" ContentType="application/vnd.openxmlformats-officedocument.presentationml.notesSlide+xml"/>
  <Override PartName="/ppt/notesSlides/notesSlide337.xml" ContentType="application/vnd.openxmlformats-officedocument.presentationml.notesSlide+xml"/>
  <Override PartName="/ppt/notesSlides/notesSlide338.xml" ContentType="application/vnd.openxmlformats-officedocument.presentationml.notesSlide+xml"/>
  <Override PartName="/ppt/notesSlides/notesSlide339.xml" ContentType="application/vnd.openxmlformats-officedocument.presentationml.notesSlide+xml"/>
  <Override PartName="/ppt/notesSlides/notesSlide340.xml" ContentType="application/vnd.openxmlformats-officedocument.presentationml.notesSlide+xml"/>
  <Override PartName="/ppt/notesSlides/notesSlide341.xml" ContentType="application/vnd.openxmlformats-officedocument.presentationml.notesSlide+xml"/>
  <Override PartName="/ppt/notesSlides/notesSlide342.xml" ContentType="application/vnd.openxmlformats-officedocument.presentationml.notesSlide+xml"/>
  <Override PartName="/ppt/notesSlides/notesSlide343.xml" ContentType="application/vnd.openxmlformats-officedocument.presentationml.notesSlide+xml"/>
  <Override PartName="/ppt/notesSlides/notesSlide344.xml" ContentType="application/vnd.openxmlformats-officedocument.presentationml.notesSlide+xml"/>
  <Override PartName="/ppt/notesSlides/notesSlide345.xml" ContentType="application/vnd.openxmlformats-officedocument.presentationml.notesSlide+xml"/>
  <Override PartName="/ppt/notesSlides/notesSlide346.xml" ContentType="application/vnd.openxmlformats-officedocument.presentationml.notesSlide+xml"/>
  <Override PartName="/ppt/notesSlides/notesSlide347.xml" ContentType="application/vnd.openxmlformats-officedocument.presentationml.notesSlide+xml"/>
  <Override PartName="/ppt/notesSlides/notesSlide348.xml" ContentType="application/vnd.openxmlformats-officedocument.presentationml.notesSlide+xml"/>
  <Override PartName="/ppt/notesSlides/notesSlide349.xml" ContentType="application/vnd.openxmlformats-officedocument.presentationml.notesSlide+xml"/>
  <Override PartName="/ppt/notesSlides/notesSlide350.xml" ContentType="application/vnd.openxmlformats-officedocument.presentationml.notesSlide+xml"/>
  <Override PartName="/ppt/notesSlides/notesSlide351.xml" ContentType="application/vnd.openxmlformats-officedocument.presentationml.notesSlide+xml"/>
  <Override PartName="/ppt/notesSlides/notesSlide352.xml" ContentType="application/vnd.openxmlformats-officedocument.presentationml.notesSlide+xml"/>
  <Override PartName="/ppt/notesSlides/notesSlide353.xml" ContentType="application/vnd.openxmlformats-officedocument.presentationml.notesSlide+xml"/>
  <Override PartName="/ppt/notesSlides/notesSlide354.xml" ContentType="application/vnd.openxmlformats-officedocument.presentationml.notesSlide+xml"/>
  <Override PartName="/ppt/notesSlides/notesSlide355.xml" ContentType="application/vnd.openxmlformats-officedocument.presentationml.notesSlide+xml"/>
  <Override PartName="/ppt/notesSlides/notesSlide356.xml" ContentType="application/vnd.openxmlformats-officedocument.presentationml.notesSlide+xml"/>
  <Override PartName="/ppt/notesSlides/notesSlide357.xml" ContentType="application/vnd.openxmlformats-officedocument.presentationml.notesSlide+xml"/>
  <Override PartName="/ppt/notesSlides/notesSlide358.xml" ContentType="application/vnd.openxmlformats-officedocument.presentationml.notesSlide+xml"/>
  <Override PartName="/ppt/notesSlides/notesSlide359.xml" ContentType="application/vnd.openxmlformats-officedocument.presentationml.notesSlide+xml"/>
  <Override PartName="/ppt/notesSlides/notesSlide360.xml" ContentType="application/vnd.openxmlformats-officedocument.presentationml.notesSlide+xml"/>
  <Override PartName="/ppt/notesSlides/notesSlide361.xml" ContentType="application/vnd.openxmlformats-officedocument.presentationml.notesSlide+xml"/>
  <Override PartName="/ppt/notesSlides/notesSlide362.xml" ContentType="application/vnd.openxmlformats-officedocument.presentationml.notesSlide+xml"/>
  <Override PartName="/ppt/notesSlides/notesSlide363.xml" ContentType="application/vnd.openxmlformats-officedocument.presentationml.notesSlide+xml"/>
  <Override PartName="/ppt/notesSlides/notesSlide364.xml" ContentType="application/vnd.openxmlformats-officedocument.presentationml.notesSlide+xml"/>
  <Override PartName="/ppt/notesSlides/notesSlide365.xml" ContentType="application/vnd.openxmlformats-officedocument.presentationml.notesSlide+xml"/>
  <Override PartName="/ppt/notesSlides/notesSlide366.xml" ContentType="application/vnd.openxmlformats-officedocument.presentationml.notesSlide+xml"/>
  <Override PartName="/ppt/notesSlides/notesSlide367.xml" ContentType="application/vnd.openxmlformats-officedocument.presentationml.notesSlide+xml"/>
  <Override PartName="/ppt/notesSlides/notesSlide368.xml" ContentType="application/vnd.openxmlformats-officedocument.presentationml.notesSlide+xml"/>
  <Override PartName="/ppt/notesSlides/notesSlide369.xml" ContentType="application/vnd.openxmlformats-officedocument.presentationml.notesSlide+xml"/>
  <Override PartName="/ppt/notesSlides/notesSlide370.xml" ContentType="application/vnd.openxmlformats-officedocument.presentationml.notesSlide+xml"/>
  <Override PartName="/ppt/notesSlides/notesSlide371.xml" ContentType="application/vnd.openxmlformats-officedocument.presentationml.notesSlide+xml"/>
  <Override PartName="/ppt/notesSlides/notesSlide372.xml" ContentType="application/vnd.openxmlformats-officedocument.presentationml.notesSlide+xml"/>
  <Override PartName="/ppt/notesSlides/notesSlide373.xml" ContentType="application/vnd.openxmlformats-officedocument.presentationml.notesSlide+xml"/>
  <Override PartName="/ppt/notesSlides/notesSlide374.xml" ContentType="application/vnd.openxmlformats-officedocument.presentationml.notesSlide+xml"/>
  <Override PartName="/ppt/notesSlides/notesSlide375.xml" ContentType="application/vnd.openxmlformats-officedocument.presentationml.notesSlide+xml"/>
  <Override PartName="/ppt/notesSlides/notesSlide376.xml" ContentType="application/vnd.openxmlformats-officedocument.presentationml.notesSlide+xml"/>
  <Override PartName="/ppt/notesSlides/notesSlide377.xml" ContentType="application/vnd.openxmlformats-officedocument.presentationml.notesSlide+xml"/>
  <Override PartName="/ppt/notesSlides/notesSlide378.xml" ContentType="application/vnd.openxmlformats-officedocument.presentationml.notesSlide+xml"/>
  <Override PartName="/ppt/notesSlides/notesSlide379.xml" ContentType="application/vnd.openxmlformats-officedocument.presentationml.notesSlide+xml"/>
  <Override PartName="/ppt/notesSlides/notesSlide380.xml" ContentType="application/vnd.openxmlformats-officedocument.presentationml.notesSlide+xml"/>
  <Override PartName="/ppt/notesSlides/notesSlide381.xml" ContentType="application/vnd.openxmlformats-officedocument.presentationml.notesSlide+xml"/>
  <Override PartName="/ppt/notesSlides/notesSlide382.xml" ContentType="application/vnd.openxmlformats-officedocument.presentationml.notesSlide+xml"/>
  <Override PartName="/ppt/notesSlides/notesSlide383.xml" ContentType="application/vnd.openxmlformats-officedocument.presentationml.notesSlide+xml"/>
  <Override PartName="/ppt/notesSlides/notesSlide384.xml" ContentType="application/vnd.openxmlformats-officedocument.presentationml.notesSlide+xml"/>
  <Override PartName="/ppt/notesSlides/notesSlide385.xml" ContentType="application/vnd.openxmlformats-officedocument.presentationml.notesSlide+xml"/>
  <Override PartName="/ppt/notesSlides/notesSlide386.xml" ContentType="application/vnd.openxmlformats-officedocument.presentationml.notesSlide+xml"/>
  <Override PartName="/ppt/notesSlides/notesSlide387.xml" ContentType="application/vnd.openxmlformats-officedocument.presentationml.notesSlide+xml"/>
  <Override PartName="/ppt/notesSlides/notesSlide388.xml" ContentType="application/vnd.openxmlformats-officedocument.presentationml.notesSlide+xml"/>
  <Override PartName="/ppt/notesSlides/notesSlide389.xml" ContentType="application/vnd.openxmlformats-officedocument.presentationml.notesSlide+xml"/>
  <Override PartName="/ppt/notesSlides/notesSlide390.xml" ContentType="application/vnd.openxmlformats-officedocument.presentationml.notesSlide+xml"/>
  <Override PartName="/ppt/notesSlides/notesSlide391.xml" ContentType="application/vnd.openxmlformats-officedocument.presentationml.notesSlide+xml"/>
  <Override PartName="/ppt/notesSlides/notesSlide392.xml" ContentType="application/vnd.openxmlformats-officedocument.presentationml.notesSlide+xml"/>
  <Override PartName="/ppt/notesSlides/notesSlide393.xml" ContentType="application/vnd.openxmlformats-officedocument.presentationml.notesSlide+xml"/>
  <Override PartName="/ppt/notesSlides/notesSlide394.xml" ContentType="application/vnd.openxmlformats-officedocument.presentationml.notesSlide+xml"/>
  <Override PartName="/ppt/notesSlides/notesSlide395.xml" ContentType="application/vnd.openxmlformats-officedocument.presentationml.notesSlide+xml"/>
  <Override PartName="/ppt/notesSlides/notesSlide396.xml" ContentType="application/vnd.openxmlformats-officedocument.presentationml.notesSlide+xml"/>
  <Override PartName="/ppt/notesSlides/notesSlide397.xml" ContentType="application/vnd.openxmlformats-officedocument.presentationml.notesSlide+xml"/>
  <Override PartName="/ppt/notesSlides/notesSlide398.xml" ContentType="application/vnd.openxmlformats-officedocument.presentationml.notesSlide+xml"/>
  <Override PartName="/ppt/notesSlides/notesSlide399.xml" ContentType="application/vnd.openxmlformats-officedocument.presentationml.notesSlide+xml"/>
  <Override PartName="/ppt/notesSlides/notesSlide400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402.xml" ContentType="application/vnd.openxmlformats-officedocument.presentationml.notesSlide+xml"/>
  <Override PartName="/ppt/notesSlides/notesSlide403.xml" ContentType="application/vnd.openxmlformats-officedocument.presentationml.notesSlide+xml"/>
  <Override PartName="/ppt/notesSlides/notesSlide404.xml" ContentType="application/vnd.openxmlformats-officedocument.presentationml.notesSlide+xml"/>
  <Override PartName="/ppt/notesSlides/notesSlide405.xml" ContentType="application/vnd.openxmlformats-officedocument.presentationml.notesSlide+xml"/>
  <Override PartName="/ppt/notesSlides/notesSlide406.xml" ContentType="application/vnd.openxmlformats-officedocument.presentationml.notesSlide+xml"/>
  <Override PartName="/ppt/notesSlides/notesSlide407.xml" ContentType="application/vnd.openxmlformats-officedocument.presentationml.notesSlide+xml"/>
  <Override PartName="/ppt/notesSlides/notesSlide408.xml" ContentType="application/vnd.openxmlformats-officedocument.presentationml.notesSlide+xml"/>
  <Override PartName="/ppt/notesSlides/notesSlide409.xml" ContentType="application/vnd.openxmlformats-officedocument.presentationml.notesSlide+xml"/>
  <Override PartName="/ppt/notesSlides/notesSlide410.xml" ContentType="application/vnd.openxmlformats-officedocument.presentationml.notesSlide+xml"/>
  <Override PartName="/ppt/notesSlides/notesSlide411.xml" ContentType="application/vnd.openxmlformats-officedocument.presentationml.notesSlide+xml"/>
  <Override PartName="/ppt/notesSlides/notesSlide412.xml" ContentType="application/vnd.openxmlformats-officedocument.presentationml.notesSlide+xml"/>
  <Override PartName="/ppt/notesSlides/notesSlide413.xml" ContentType="application/vnd.openxmlformats-officedocument.presentationml.notesSlide+xml"/>
  <Override PartName="/ppt/notesSlides/notesSlide414.xml" ContentType="application/vnd.openxmlformats-officedocument.presentationml.notesSlide+xml"/>
  <Override PartName="/ppt/notesSlides/notesSlide415.xml" ContentType="application/vnd.openxmlformats-officedocument.presentationml.notesSlide+xml"/>
  <Override PartName="/ppt/notesSlides/notesSlide416.xml" ContentType="application/vnd.openxmlformats-officedocument.presentationml.notesSlide+xml"/>
  <Override PartName="/ppt/notesSlides/notesSlide417.xml" ContentType="application/vnd.openxmlformats-officedocument.presentationml.notesSlide+xml"/>
  <Override PartName="/ppt/notesSlides/notesSlide418.xml" ContentType="application/vnd.openxmlformats-officedocument.presentationml.notesSlide+xml"/>
  <Override PartName="/ppt/notesSlides/notesSlide419.xml" ContentType="application/vnd.openxmlformats-officedocument.presentationml.notesSlide+xml"/>
  <Override PartName="/ppt/notesSlides/notesSlide420.xml" ContentType="application/vnd.openxmlformats-officedocument.presentationml.notesSlide+xml"/>
  <Override PartName="/ppt/notesSlides/notesSlide421.xml" ContentType="application/vnd.openxmlformats-officedocument.presentationml.notesSlide+xml"/>
  <Override PartName="/ppt/notesSlides/notesSlide422.xml" ContentType="application/vnd.openxmlformats-officedocument.presentationml.notesSlide+xml"/>
  <Override PartName="/ppt/notesSlides/notesSlide423.xml" ContentType="application/vnd.openxmlformats-officedocument.presentationml.notesSlide+xml"/>
  <Override PartName="/ppt/notesSlides/notesSlide424.xml" ContentType="application/vnd.openxmlformats-officedocument.presentationml.notesSlide+xml"/>
  <Override PartName="/ppt/notesSlides/notesSlide425.xml" ContentType="application/vnd.openxmlformats-officedocument.presentationml.notesSlide+xml"/>
  <Override PartName="/ppt/notesSlides/notesSlide426.xml" ContentType="application/vnd.openxmlformats-officedocument.presentationml.notesSlide+xml"/>
  <Override PartName="/ppt/notesSlides/notesSlide427.xml" ContentType="application/vnd.openxmlformats-officedocument.presentationml.notesSlide+xml"/>
  <Override PartName="/ppt/notesSlides/notesSlide428.xml" ContentType="application/vnd.openxmlformats-officedocument.presentationml.notesSlide+xml"/>
  <Override PartName="/ppt/notesSlides/notesSlide429.xml" ContentType="application/vnd.openxmlformats-officedocument.presentationml.notesSlide+xml"/>
  <Override PartName="/ppt/notesSlides/notesSlide430.xml" ContentType="application/vnd.openxmlformats-officedocument.presentationml.notesSlide+xml"/>
  <Override PartName="/ppt/notesSlides/notesSlide431.xml" ContentType="application/vnd.openxmlformats-officedocument.presentationml.notesSlide+xml"/>
  <Override PartName="/ppt/notesSlides/notesSlide432.xml" ContentType="application/vnd.openxmlformats-officedocument.presentationml.notesSlide+xml"/>
  <Override PartName="/ppt/notesSlides/notesSlide433.xml" ContentType="application/vnd.openxmlformats-officedocument.presentationml.notesSlide+xml"/>
  <Override PartName="/ppt/notesSlides/notesSlide434.xml" ContentType="application/vnd.openxmlformats-officedocument.presentationml.notesSlide+xml"/>
  <Override PartName="/ppt/notesSlides/notesSlide435.xml" ContentType="application/vnd.openxmlformats-officedocument.presentationml.notesSlide+xml"/>
  <Override PartName="/ppt/notesSlides/notesSlide436.xml" ContentType="application/vnd.openxmlformats-officedocument.presentationml.notesSlide+xml"/>
  <Override PartName="/ppt/notesSlides/notesSlide437.xml" ContentType="application/vnd.openxmlformats-officedocument.presentationml.notesSlide+xml"/>
  <Override PartName="/ppt/notesSlides/notesSlide438.xml" ContentType="application/vnd.openxmlformats-officedocument.presentationml.notesSlide+xml"/>
  <Override PartName="/ppt/notesSlides/notesSlide439.xml" ContentType="application/vnd.openxmlformats-officedocument.presentationml.notesSlide+xml"/>
  <Override PartName="/ppt/notesSlides/notesSlide440.xml" ContentType="application/vnd.openxmlformats-officedocument.presentationml.notesSlide+xml"/>
  <Override PartName="/ppt/notesSlides/notesSlide441.xml" ContentType="application/vnd.openxmlformats-officedocument.presentationml.notesSlide+xml"/>
  <Override PartName="/ppt/notesSlides/notesSlide442.xml" ContentType="application/vnd.openxmlformats-officedocument.presentationml.notesSlide+xml"/>
  <Override PartName="/ppt/notesSlides/notesSlide443.xml" ContentType="application/vnd.openxmlformats-officedocument.presentationml.notesSlide+xml"/>
  <Override PartName="/ppt/notesSlides/notesSlide444.xml" ContentType="application/vnd.openxmlformats-officedocument.presentationml.notesSlide+xml"/>
  <Override PartName="/ppt/notesSlides/notesSlide445.xml" ContentType="application/vnd.openxmlformats-officedocument.presentationml.notesSlide+xml"/>
  <Override PartName="/ppt/notesSlides/notesSlide446.xml" ContentType="application/vnd.openxmlformats-officedocument.presentationml.notesSlide+xml"/>
  <Override PartName="/ppt/notesSlides/notesSlide447.xml" ContentType="application/vnd.openxmlformats-officedocument.presentationml.notesSlide+xml"/>
  <Override PartName="/ppt/notesSlides/notesSlide448.xml" ContentType="application/vnd.openxmlformats-officedocument.presentationml.notesSlide+xml"/>
  <Override PartName="/ppt/notesSlides/notesSlide449.xml" ContentType="application/vnd.openxmlformats-officedocument.presentationml.notesSlide+xml"/>
  <Override PartName="/ppt/notesSlides/notesSlide450.xml" ContentType="application/vnd.openxmlformats-officedocument.presentationml.notesSlide+xml"/>
  <Override PartName="/ppt/notesSlides/notesSlide451.xml" ContentType="application/vnd.openxmlformats-officedocument.presentationml.notesSlide+xml"/>
  <Override PartName="/ppt/notesSlides/notesSlide452.xml" ContentType="application/vnd.openxmlformats-officedocument.presentationml.notesSlide+xml"/>
  <Override PartName="/ppt/notesSlides/notesSlide453.xml" ContentType="application/vnd.openxmlformats-officedocument.presentationml.notesSlide+xml"/>
  <Override PartName="/ppt/notesSlides/notesSlide454.xml" ContentType="application/vnd.openxmlformats-officedocument.presentationml.notesSlide+xml"/>
  <Override PartName="/ppt/notesSlides/notesSlide455.xml" ContentType="application/vnd.openxmlformats-officedocument.presentationml.notesSlide+xml"/>
  <Override PartName="/ppt/notesSlides/notesSlide456.xml" ContentType="application/vnd.openxmlformats-officedocument.presentationml.notesSlide+xml"/>
  <Override PartName="/ppt/notesSlides/notesSlide457.xml" ContentType="application/vnd.openxmlformats-officedocument.presentationml.notesSlide+xml"/>
  <Override PartName="/ppt/notesSlides/notesSlide458.xml" ContentType="application/vnd.openxmlformats-officedocument.presentationml.notesSlide+xml"/>
  <Override PartName="/ppt/notesSlides/notesSlide459.xml" ContentType="application/vnd.openxmlformats-officedocument.presentationml.notesSlide+xml"/>
  <Override PartName="/ppt/notesSlides/notesSlide460.xml" ContentType="application/vnd.openxmlformats-officedocument.presentationml.notesSlide+xml"/>
  <Override PartName="/ppt/notesSlides/notesSlide461.xml" ContentType="application/vnd.openxmlformats-officedocument.presentationml.notesSlide+xml"/>
  <Override PartName="/ppt/notesSlides/notesSlide462.xml" ContentType="application/vnd.openxmlformats-officedocument.presentationml.notesSlide+xml"/>
  <Override PartName="/ppt/notesSlides/notesSlide463.xml" ContentType="application/vnd.openxmlformats-officedocument.presentationml.notesSlide+xml"/>
  <Override PartName="/ppt/notesSlides/notesSlide464.xml" ContentType="application/vnd.openxmlformats-officedocument.presentationml.notesSlide+xml"/>
  <Override PartName="/ppt/notesSlides/notesSlide465.xml" ContentType="application/vnd.openxmlformats-officedocument.presentationml.notesSlide+xml"/>
  <Override PartName="/ppt/notesSlides/notesSlide466.xml" ContentType="application/vnd.openxmlformats-officedocument.presentationml.notesSlide+xml"/>
  <Override PartName="/ppt/notesSlides/notesSlide467.xml" ContentType="application/vnd.openxmlformats-officedocument.presentationml.notesSlide+xml"/>
  <Override PartName="/ppt/notesSlides/notesSlide468.xml" ContentType="application/vnd.openxmlformats-officedocument.presentationml.notesSlide+xml"/>
  <Override PartName="/ppt/notesSlides/notesSlide469.xml" ContentType="application/vnd.openxmlformats-officedocument.presentationml.notesSlide+xml"/>
  <Override PartName="/ppt/notesSlides/notesSlide470.xml" ContentType="application/vnd.openxmlformats-officedocument.presentationml.notesSlide+xml"/>
  <Override PartName="/ppt/notesSlides/notesSlide471.xml" ContentType="application/vnd.openxmlformats-officedocument.presentationml.notesSlide+xml"/>
  <Override PartName="/ppt/notesSlides/notesSlide472.xml" ContentType="application/vnd.openxmlformats-officedocument.presentationml.notesSlide+xml"/>
  <Override PartName="/ppt/notesSlides/notesSlide473.xml" ContentType="application/vnd.openxmlformats-officedocument.presentationml.notesSlide+xml"/>
  <Override PartName="/ppt/notesSlides/notesSlide474.xml" ContentType="application/vnd.openxmlformats-officedocument.presentationml.notesSlide+xml"/>
  <Override PartName="/ppt/notesSlides/notesSlide475.xml" ContentType="application/vnd.openxmlformats-officedocument.presentationml.notesSlide+xml"/>
  <Override PartName="/ppt/notesSlides/notesSlide476.xml" ContentType="application/vnd.openxmlformats-officedocument.presentationml.notesSlide+xml"/>
  <Override PartName="/ppt/notesSlides/notesSlide477.xml" ContentType="application/vnd.openxmlformats-officedocument.presentationml.notesSlide+xml"/>
  <Override PartName="/ppt/notesSlides/notesSlide478.xml" ContentType="application/vnd.openxmlformats-officedocument.presentationml.notesSlide+xml"/>
  <Override PartName="/ppt/notesSlides/notesSlide479.xml" ContentType="application/vnd.openxmlformats-officedocument.presentationml.notesSlide+xml"/>
  <Override PartName="/ppt/notesSlides/notesSlide480.xml" ContentType="application/vnd.openxmlformats-officedocument.presentationml.notesSlide+xml"/>
  <Override PartName="/ppt/notesSlides/notesSlide481.xml" ContentType="application/vnd.openxmlformats-officedocument.presentationml.notesSlide+xml"/>
  <Override PartName="/ppt/notesSlides/notesSlide482.xml" ContentType="application/vnd.openxmlformats-officedocument.presentationml.notesSlide+xml"/>
  <Override PartName="/ppt/notesSlides/notesSlide483.xml" ContentType="application/vnd.openxmlformats-officedocument.presentationml.notesSlide+xml"/>
  <Override PartName="/ppt/notesSlides/notesSlide484.xml" ContentType="application/vnd.openxmlformats-officedocument.presentationml.notesSlide+xml"/>
  <Override PartName="/ppt/notesSlides/notesSlide485.xml" ContentType="application/vnd.openxmlformats-officedocument.presentationml.notesSlide+xml"/>
  <Override PartName="/ppt/notesSlides/notesSlide486.xml" ContentType="application/vnd.openxmlformats-officedocument.presentationml.notesSlide+xml"/>
  <Override PartName="/ppt/notesSlides/notesSlide487.xml" ContentType="application/vnd.openxmlformats-officedocument.presentationml.notesSlide+xml"/>
  <Override PartName="/ppt/notesSlides/notesSlide488.xml" ContentType="application/vnd.openxmlformats-officedocument.presentationml.notesSlide+xml"/>
  <Override PartName="/ppt/notesSlides/notesSlide489.xml" ContentType="application/vnd.openxmlformats-officedocument.presentationml.notesSlide+xml"/>
  <Override PartName="/ppt/notesSlides/notesSlide490.xml" ContentType="application/vnd.openxmlformats-officedocument.presentationml.notesSlide+xml"/>
  <Override PartName="/ppt/notesSlides/notesSlide491.xml" ContentType="application/vnd.openxmlformats-officedocument.presentationml.notesSlide+xml"/>
  <Override PartName="/ppt/notesSlides/notesSlide492.xml" ContentType="application/vnd.openxmlformats-officedocument.presentationml.notesSlide+xml"/>
  <Override PartName="/ppt/notesSlides/notesSlide493.xml" ContentType="application/vnd.openxmlformats-officedocument.presentationml.notesSlide+xml"/>
  <Override PartName="/ppt/notesSlides/notesSlide494.xml" ContentType="application/vnd.openxmlformats-officedocument.presentationml.notesSlide+xml"/>
  <Override PartName="/ppt/notesSlides/notesSlide495.xml" ContentType="application/vnd.openxmlformats-officedocument.presentationml.notesSlide+xml"/>
  <Override PartName="/ppt/notesSlides/notesSlide496.xml" ContentType="application/vnd.openxmlformats-officedocument.presentationml.notesSlide+xml"/>
  <Override PartName="/ppt/notesSlides/notesSlide497.xml" ContentType="application/vnd.openxmlformats-officedocument.presentationml.notesSlide+xml"/>
  <Override PartName="/ppt/notesSlides/notesSlide498.xml" ContentType="application/vnd.openxmlformats-officedocument.presentationml.notesSlide+xml"/>
  <Override PartName="/ppt/notesSlides/notesSlide499.xml" ContentType="application/vnd.openxmlformats-officedocument.presentationml.notesSlide+xml"/>
  <Override PartName="/ppt/notesSlides/notesSlide500.xml" ContentType="application/vnd.openxmlformats-officedocument.presentationml.notesSlide+xml"/>
  <Override PartName="/ppt/notesSlides/notesSlide501.xml" ContentType="application/vnd.openxmlformats-officedocument.presentationml.notesSlide+xml"/>
  <Override PartName="/ppt/notesSlides/notesSlide502.xml" ContentType="application/vnd.openxmlformats-officedocument.presentationml.notesSlide+xml"/>
  <Override PartName="/ppt/notesSlides/notesSlide503.xml" ContentType="application/vnd.openxmlformats-officedocument.presentationml.notesSlide+xml"/>
  <Override PartName="/ppt/notesSlides/notesSlide504.xml" ContentType="application/vnd.openxmlformats-officedocument.presentationml.notesSlide+xml"/>
  <Override PartName="/ppt/notesSlides/notesSlide505.xml" ContentType="application/vnd.openxmlformats-officedocument.presentationml.notesSlide+xml"/>
  <Override PartName="/ppt/notesSlides/notesSlide506.xml" ContentType="application/vnd.openxmlformats-officedocument.presentationml.notesSlide+xml"/>
  <Override PartName="/ppt/notesSlides/notesSlide507.xml" ContentType="application/vnd.openxmlformats-officedocument.presentationml.notesSlide+xml"/>
  <Override PartName="/ppt/notesSlides/notesSlide508.xml" ContentType="application/vnd.openxmlformats-officedocument.presentationml.notesSlide+xml"/>
  <Override PartName="/ppt/notesSlides/notesSlide509.xml" ContentType="application/vnd.openxmlformats-officedocument.presentationml.notesSlide+xml"/>
  <Override PartName="/ppt/notesSlides/notesSlide510.xml" ContentType="application/vnd.openxmlformats-officedocument.presentationml.notesSlide+xml"/>
  <Override PartName="/ppt/notesSlides/notesSlide511.xml" ContentType="application/vnd.openxmlformats-officedocument.presentationml.notesSlide+xml"/>
  <Override PartName="/ppt/notesSlides/notesSlide512.xml" ContentType="application/vnd.openxmlformats-officedocument.presentationml.notesSlide+xml"/>
  <Override PartName="/ppt/notesSlides/notesSlide513.xml" ContentType="application/vnd.openxmlformats-officedocument.presentationml.notesSlide+xml"/>
  <Override PartName="/ppt/notesSlides/notesSlide514.xml" ContentType="application/vnd.openxmlformats-officedocument.presentationml.notesSlide+xml"/>
  <Override PartName="/ppt/notesSlides/notesSlide515.xml" ContentType="application/vnd.openxmlformats-officedocument.presentationml.notesSlide+xml"/>
  <Override PartName="/ppt/notesSlides/notesSlide516.xml" ContentType="application/vnd.openxmlformats-officedocument.presentationml.notesSlide+xml"/>
  <Override PartName="/ppt/notesSlides/notesSlide517.xml" ContentType="application/vnd.openxmlformats-officedocument.presentationml.notesSlide+xml"/>
  <Override PartName="/ppt/notesSlides/notesSlide518.xml" ContentType="application/vnd.openxmlformats-officedocument.presentationml.notesSlide+xml"/>
  <Override PartName="/ppt/notesSlides/notesSlide519.xml" ContentType="application/vnd.openxmlformats-officedocument.presentationml.notesSlide+xml"/>
  <Override PartName="/ppt/notesSlides/notesSlide520.xml" ContentType="application/vnd.openxmlformats-officedocument.presentationml.notesSlide+xml"/>
  <Override PartName="/ppt/notesSlides/notesSlide521.xml" ContentType="application/vnd.openxmlformats-officedocument.presentationml.notesSlide+xml"/>
  <Override PartName="/ppt/notesSlides/notesSlide522.xml" ContentType="application/vnd.openxmlformats-officedocument.presentationml.notesSlide+xml"/>
  <Override PartName="/ppt/notesSlides/notesSlide523.xml" ContentType="application/vnd.openxmlformats-officedocument.presentationml.notesSlide+xml"/>
  <Override PartName="/ppt/notesSlides/notesSlide524.xml" ContentType="application/vnd.openxmlformats-officedocument.presentationml.notesSlide+xml"/>
  <Override PartName="/ppt/notesSlides/notesSlide525.xml" ContentType="application/vnd.openxmlformats-officedocument.presentationml.notesSlide+xml"/>
  <Override PartName="/ppt/notesSlides/notesSlide526.xml" ContentType="application/vnd.openxmlformats-officedocument.presentationml.notesSlide+xml"/>
  <Override PartName="/ppt/notesSlides/notesSlide527.xml" ContentType="application/vnd.openxmlformats-officedocument.presentationml.notesSlide+xml"/>
  <Override PartName="/ppt/notesSlides/notesSlide5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  <p:sldId id="590" r:id="rId336"/>
    <p:sldId id="591" r:id="rId337"/>
    <p:sldId id="592" r:id="rId338"/>
    <p:sldId id="593" r:id="rId339"/>
    <p:sldId id="594" r:id="rId340"/>
    <p:sldId id="595" r:id="rId341"/>
    <p:sldId id="596" r:id="rId342"/>
    <p:sldId id="597" r:id="rId343"/>
    <p:sldId id="598" r:id="rId344"/>
    <p:sldId id="599" r:id="rId345"/>
    <p:sldId id="600" r:id="rId346"/>
    <p:sldId id="601" r:id="rId347"/>
    <p:sldId id="602" r:id="rId348"/>
    <p:sldId id="603" r:id="rId349"/>
    <p:sldId id="604" r:id="rId350"/>
    <p:sldId id="605" r:id="rId351"/>
    <p:sldId id="606" r:id="rId352"/>
    <p:sldId id="607" r:id="rId353"/>
    <p:sldId id="608" r:id="rId354"/>
    <p:sldId id="609" r:id="rId355"/>
    <p:sldId id="610" r:id="rId356"/>
    <p:sldId id="611" r:id="rId357"/>
    <p:sldId id="612" r:id="rId358"/>
    <p:sldId id="613" r:id="rId359"/>
    <p:sldId id="614" r:id="rId360"/>
    <p:sldId id="615" r:id="rId361"/>
    <p:sldId id="616" r:id="rId362"/>
    <p:sldId id="617" r:id="rId363"/>
    <p:sldId id="618" r:id="rId364"/>
    <p:sldId id="619" r:id="rId365"/>
    <p:sldId id="620" r:id="rId366"/>
    <p:sldId id="621" r:id="rId367"/>
    <p:sldId id="622" r:id="rId368"/>
    <p:sldId id="623" r:id="rId369"/>
    <p:sldId id="624" r:id="rId370"/>
    <p:sldId id="625" r:id="rId371"/>
    <p:sldId id="626" r:id="rId372"/>
    <p:sldId id="627" r:id="rId373"/>
    <p:sldId id="628" r:id="rId374"/>
    <p:sldId id="629" r:id="rId375"/>
    <p:sldId id="630" r:id="rId376"/>
    <p:sldId id="631" r:id="rId377"/>
    <p:sldId id="632" r:id="rId378"/>
    <p:sldId id="633" r:id="rId379"/>
    <p:sldId id="634" r:id="rId380"/>
    <p:sldId id="635" r:id="rId381"/>
    <p:sldId id="636" r:id="rId382"/>
    <p:sldId id="637" r:id="rId383"/>
    <p:sldId id="638" r:id="rId384"/>
    <p:sldId id="639" r:id="rId385"/>
    <p:sldId id="640" r:id="rId386"/>
    <p:sldId id="641" r:id="rId387"/>
    <p:sldId id="642" r:id="rId388"/>
    <p:sldId id="643" r:id="rId389"/>
    <p:sldId id="644" r:id="rId390"/>
    <p:sldId id="645" r:id="rId391"/>
    <p:sldId id="646" r:id="rId392"/>
    <p:sldId id="647" r:id="rId393"/>
    <p:sldId id="648" r:id="rId394"/>
    <p:sldId id="649" r:id="rId395"/>
    <p:sldId id="650" r:id="rId396"/>
    <p:sldId id="651" r:id="rId397"/>
    <p:sldId id="652" r:id="rId398"/>
    <p:sldId id="653" r:id="rId399"/>
    <p:sldId id="654" r:id="rId400"/>
    <p:sldId id="655" r:id="rId401"/>
    <p:sldId id="656" r:id="rId402"/>
    <p:sldId id="657" r:id="rId403"/>
    <p:sldId id="658" r:id="rId404"/>
    <p:sldId id="659" r:id="rId405"/>
    <p:sldId id="660" r:id="rId406"/>
    <p:sldId id="661" r:id="rId407"/>
    <p:sldId id="662" r:id="rId408"/>
    <p:sldId id="663" r:id="rId409"/>
    <p:sldId id="664" r:id="rId410"/>
    <p:sldId id="665" r:id="rId411"/>
    <p:sldId id="666" r:id="rId412"/>
    <p:sldId id="667" r:id="rId413"/>
    <p:sldId id="668" r:id="rId414"/>
    <p:sldId id="669" r:id="rId415"/>
    <p:sldId id="670" r:id="rId416"/>
    <p:sldId id="671" r:id="rId417"/>
    <p:sldId id="672" r:id="rId418"/>
    <p:sldId id="673" r:id="rId419"/>
    <p:sldId id="674" r:id="rId420"/>
    <p:sldId id="675" r:id="rId421"/>
    <p:sldId id="676" r:id="rId422"/>
    <p:sldId id="677" r:id="rId423"/>
    <p:sldId id="678" r:id="rId424"/>
    <p:sldId id="679" r:id="rId425"/>
    <p:sldId id="680" r:id="rId426"/>
    <p:sldId id="681" r:id="rId427"/>
    <p:sldId id="682" r:id="rId428"/>
    <p:sldId id="683" r:id="rId429"/>
    <p:sldId id="684" r:id="rId430"/>
    <p:sldId id="685" r:id="rId431"/>
    <p:sldId id="686" r:id="rId432"/>
    <p:sldId id="687" r:id="rId433"/>
    <p:sldId id="688" r:id="rId434"/>
    <p:sldId id="689" r:id="rId435"/>
    <p:sldId id="690" r:id="rId436"/>
    <p:sldId id="691" r:id="rId437"/>
    <p:sldId id="692" r:id="rId438"/>
    <p:sldId id="693" r:id="rId439"/>
    <p:sldId id="694" r:id="rId440"/>
    <p:sldId id="695" r:id="rId441"/>
    <p:sldId id="696" r:id="rId442"/>
    <p:sldId id="697" r:id="rId443"/>
    <p:sldId id="698" r:id="rId444"/>
    <p:sldId id="699" r:id="rId445"/>
    <p:sldId id="700" r:id="rId446"/>
    <p:sldId id="701" r:id="rId447"/>
    <p:sldId id="702" r:id="rId448"/>
    <p:sldId id="703" r:id="rId449"/>
    <p:sldId id="704" r:id="rId450"/>
    <p:sldId id="705" r:id="rId451"/>
    <p:sldId id="706" r:id="rId452"/>
    <p:sldId id="707" r:id="rId453"/>
    <p:sldId id="708" r:id="rId454"/>
    <p:sldId id="709" r:id="rId455"/>
    <p:sldId id="710" r:id="rId456"/>
    <p:sldId id="711" r:id="rId457"/>
    <p:sldId id="712" r:id="rId458"/>
    <p:sldId id="713" r:id="rId459"/>
    <p:sldId id="714" r:id="rId460"/>
    <p:sldId id="715" r:id="rId461"/>
    <p:sldId id="716" r:id="rId462"/>
    <p:sldId id="717" r:id="rId463"/>
    <p:sldId id="718" r:id="rId464"/>
    <p:sldId id="719" r:id="rId465"/>
    <p:sldId id="720" r:id="rId466"/>
    <p:sldId id="721" r:id="rId467"/>
    <p:sldId id="722" r:id="rId468"/>
    <p:sldId id="723" r:id="rId469"/>
    <p:sldId id="724" r:id="rId470"/>
    <p:sldId id="725" r:id="rId471"/>
    <p:sldId id="726" r:id="rId472"/>
    <p:sldId id="727" r:id="rId473"/>
    <p:sldId id="728" r:id="rId474"/>
    <p:sldId id="729" r:id="rId475"/>
    <p:sldId id="730" r:id="rId476"/>
    <p:sldId id="731" r:id="rId477"/>
    <p:sldId id="732" r:id="rId478"/>
    <p:sldId id="733" r:id="rId479"/>
    <p:sldId id="734" r:id="rId480"/>
    <p:sldId id="735" r:id="rId481"/>
    <p:sldId id="736" r:id="rId482"/>
    <p:sldId id="737" r:id="rId483"/>
    <p:sldId id="738" r:id="rId484"/>
    <p:sldId id="739" r:id="rId485"/>
    <p:sldId id="740" r:id="rId486"/>
    <p:sldId id="741" r:id="rId487"/>
    <p:sldId id="742" r:id="rId488"/>
    <p:sldId id="743" r:id="rId489"/>
    <p:sldId id="744" r:id="rId490"/>
    <p:sldId id="745" r:id="rId491"/>
    <p:sldId id="746" r:id="rId492"/>
    <p:sldId id="747" r:id="rId493"/>
    <p:sldId id="748" r:id="rId494"/>
    <p:sldId id="749" r:id="rId495"/>
    <p:sldId id="750" r:id="rId496"/>
    <p:sldId id="751" r:id="rId497"/>
    <p:sldId id="752" r:id="rId498"/>
    <p:sldId id="753" r:id="rId499"/>
    <p:sldId id="754" r:id="rId500"/>
    <p:sldId id="755" r:id="rId501"/>
    <p:sldId id="756" r:id="rId502"/>
    <p:sldId id="757" r:id="rId503"/>
    <p:sldId id="758" r:id="rId504"/>
    <p:sldId id="759" r:id="rId505"/>
    <p:sldId id="760" r:id="rId506"/>
    <p:sldId id="761" r:id="rId507"/>
    <p:sldId id="762" r:id="rId508"/>
    <p:sldId id="763" r:id="rId509"/>
    <p:sldId id="764" r:id="rId510"/>
    <p:sldId id="765" r:id="rId511"/>
    <p:sldId id="766" r:id="rId512"/>
    <p:sldId id="767" r:id="rId513"/>
    <p:sldId id="768" r:id="rId514"/>
    <p:sldId id="769" r:id="rId515"/>
    <p:sldId id="770" r:id="rId516"/>
    <p:sldId id="771" r:id="rId517"/>
    <p:sldId id="772" r:id="rId518"/>
    <p:sldId id="773" r:id="rId519"/>
    <p:sldId id="774" r:id="rId520"/>
    <p:sldId id="775" r:id="rId521"/>
    <p:sldId id="776" r:id="rId522"/>
    <p:sldId id="777" r:id="rId523"/>
    <p:sldId id="778" r:id="rId524"/>
    <p:sldId id="779" r:id="rId525"/>
    <p:sldId id="780" r:id="rId526"/>
    <p:sldId id="781" r:id="rId527"/>
    <p:sldId id="782" r:id="rId528"/>
    <p:sldId id="783" r:id="rId529"/>
  </p:sldIdLst>
  <p:notesMasterIdLst>
    <p:notesMasterId r:id="rId5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slide" Target="slides/slide335.xml"/><Relationship Id="rId337" Type="http://schemas.openxmlformats.org/officeDocument/2006/relationships/slide" Target="slides/slide336.xml"/><Relationship Id="rId338" Type="http://schemas.openxmlformats.org/officeDocument/2006/relationships/slide" Target="slides/slide337.xml"/><Relationship Id="rId339" Type="http://schemas.openxmlformats.org/officeDocument/2006/relationships/slide" Target="slides/slide338.xml"/><Relationship Id="rId340" Type="http://schemas.openxmlformats.org/officeDocument/2006/relationships/slide" Target="slides/slide339.xml"/><Relationship Id="rId341" Type="http://schemas.openxmlformats.org/officeDocument/2006/relationships/slide" Target="slides/slide340.xml"/><Relationship Id="rId342" Type="http://schemas.openxmlformats.org/officeDocument/2006/relationships/slide" Target="slides/slide341.xml"/><Relationship Id="rId343" Type="http://schemas.openxmlformats.org/officeDocument/2006/relationships/slide" Target="slides/slide342.xml"/><Relationship Id="rId344" Type="http://schemas.openxmlformats.org/officeDocument/2006/relationships/slide" Target="slides/slide343.xml"/><Relationship Id="rId345" Type="http://schemas.openxmlformats.org/officeDocument/2006/relationships/slide" Target="slides/slide344.xml"/><Relationship Id="rId346" Type="http://schemas.openxmlformats.org/officeDocument/2006/relationships/slide" Target="slides/slide345.xml"/><Relationship Id="rId347" Type="http://schemas.openxmlformats.org/officeDocument/2006/relationships/slide" Target="slides/slide346.xml"/><Relationship Id="rId348" Type="http://schemas.openxmlformats.org/officeDocument/2006/relationships/slide" Target="slides/slide347.xml"/><Relationship Id="rId349" Type="http://schemas.openxmlformats.org/officeDocument/2006/relationships/slide" Target="slides/slide348.xml"/><Relationship Id="rId350" Type="http://schemas.openxmlformats.org/officeDocument/2006/relationships/slide" Target="slides/slide349.xml"/><Relationship Id="rId351" Type="http://schemas.openxmlformats.org/officeDocument/2006/relationships/slide" Target="slides/slide350.xml"/><Relationship Id="rId352" Type="http://schemas.openxmlformats.org/officeDocument/2006/relationships/slide" Target="slides/slide351.xml"/><Relationship Id="rId353" Type="http://schemas.openxmlformats.org/officeDocument/2006/relationships/slide" Target="slides/slide352.xml"/><Relationship Id="rId354" Type="http://schemas.openxmlformats.org/officeDocument/2006/relationships/slide" Target="slides/slide353.xml"/><Relationship Id="rId355" Type="http://schemas.openxmlformats.org/officeDocument/2006/relationships/slide" Target="slides/slide354.xml"/><Relationship Id="rId356" Type="http://schemas.openxmlformats.org/officeDocument/2006/relationships/slide" Target="slides/slide355.xml"/><Relationship Id="rId357" Type="http://schemas.openxmlformats.org/officeDocument/2006/relationships/slide" Target="slides/slide356.xml"/><Relationship Id="rId358" Type="http://schemas.openxmlformats.org/officeDocument/2006/relationships/slide" Target="slides/slide357.xml"/><Relationship Id="rId359" Type="http://schemas.openxmlformats.org/officeDocument/2006/relationships/slide" Target="slides/slide358.xml"/><Relationship Id="rId360" Type="http://schemas.openxmlformats.org/officeDocument/2006/relationships/slide" Target="slides/slide359.xml"/><Relationship Id="rId361" Type="http://schemas.openxmlformats.org/officeDocument/2006/relationships/slide" Target="slides/slide360.xml"/><Relationship Id="rId362" Type="http://schemas.openxmlformats.org/officeDocument/2006/relationships/slide" Target="slides/slide361.xml"/><Relationship Id="rId363" Type="http://schemas.openxmlformats.org/officeDocument/2006/relationships/slide" Target="slides/slide362.xml"/><Relationship Id="rId364" Type="http://schemas.openxmlformats.org/officeDocument/2006/relationships/slide" Target="slides/slide363.xml"/><Relationship Id="rId365" Type="http://schemas.openxmlformats.org/officeDocument/2006/relationships/slide" Target="slides/slide364.xml"/><Relationship Id="rId366" Type="http://schemas.openxmlformats.org/officeDocument/2006/relationships/slide" Target="slides/slide365.xml"/><Relationship Id="rId367" Type="http://schemas.openxmlformats.org/officeDocument/2006/relationships/slide" Target="slides/slide366.xml"/><Relationship Id="rId368" Type="http://schemas.openxmlformats.org/officeDocument/2006/relationships/slide" Target="slides/slide367.xml"/><Relationship Id="rId369" Type="http://schemas.openxmlformats.org/officeDocument/2006/relationships/slide" Target="slides/slide368.xml"/><Relationship Id="rId370" Type="http://schemas.openxmlformats.org/officeDocument/2006/relationships/slide" Target="slides/slide369.xml"/><Relationship Id="rId371" Type="http://schemas.openxmlformats.org/officeDocument/2006/relationships/slide" Target="slides/slide370.xml"/><Relationship Id="rId372" Type="http://schemas.openxmlformats.org/officeDocument/2006/relationships/slide" Target="slides/slide371.xml"/><Relationship Id="rId373" Type="http://schemas.openxmlformats.org/officeDocument/2006/relationships/slide" Target="slides/slide372.xml"/><Relationship Id="rId374" Type="http://schemas.openxmlformats.org/officeDocument/2006/relationships/slide" Target="slides/slide373.xml"/><Relationship Id="rId375" Type="http://schemas.openxmlformats.org/officeDocument/2006/relationships/slide" Target="slides/slide374.xml"/><Relationship Id="rId376" Type="http://schemas.openxmlformats.org/officeDocument/2006/relationships/slide" Target="slides/slide375.xml"/><Relationship Id="rId377" Type="http://schemas.openxmlformats.org/officeDocument/2006/relationships/slide" Target="slides/slide376.xml"/><Relationship Id="rId378" Type="http://schemas.openxmlformats.org/officeDocument/2006/relationships/slide" Target="slides/slide377.xml"/><Relationship Id="rId379" Type="http://schemas.openxmlformats.org/officeDocument/2006/relationships/slide" Target="slides/slide378.xml"/><Relationship Id="rId380" Type="http://schemas.openxmlformats.org/officeDocument/2006/relationships/slide" Target="slides/slide379.xml"/><Relationship Id="rId381" Type="http://schemas.openxmlformats.org/officeDocument/2006/relationships/slide" Target="slides/slide380.xml"/><Relationship Id="rId382" Type="http://schemas.openxmlformats.org/officeDocument/2006/relationships/slide" Target="slides/slide381.xml"/><Relationship Id="rId383" Type="http://schemas.openxmlformats.org/officeDocument/2006/relationships/slide" Target="slides/slide382.xml"/><Relationship Id="rId384" Type="http://schemas.openxmlformats.org/officeDocument/2006/relationships/slide" Target="slides/slide383.xml"/><Relationship Id="rId385" Type="http://schemas.openxmlformats.org/officeDocument/2006/relationships/slide" Target="slides/slide384.xml"/><Relationship Id="rId386" Type="http://schemas.openxmlformats.org/officeDocument/2006/relationships/slide" Target="slides/slide385.xml"/><Relationship Id="rId387" Type="http://schemas.openxmlformats.org/officeDocument/2006/relationships/slide" Target="slides/slide386.xml"/><Relationship Id="rId388" Type="http://schemas.openxmlformats.org/officeDocument/2006/relationships/slide" Target="slides/slide387.xml"/><Relationship Id="rId389" Type="http://schemas.openxmlformats.org/officeDocument/2006/relationships/slide" Target="slides/slide388.xml"/><Relationship Id="rId390" Type="http://schemas.openxmlformats.org/officeDocument/2006/relationships/slide" Target="slides/slide389.xml"/><Relationship Id="rId391" Type="http://schemas.openxmlformats.org/officeDocument/2006/relationships/slide" Target="slides/slide390.xml"/><Relationship Id="rId392" Type="http://schemas.openxmlformats.org/officeDocument/2006/relationships/slide" Target="slides/slide391.xml"/><Relationship Id="rId393" Type="http://schemas.openxmlformats.org/officeDocument/2006/relationships/slide" Target="slides/slide392.xml"/><Relationship Id="rId394" Type="http://schemas.openxmlformats.org/officeDocument/2006/relationships/slide" Target="slides/slide393.xml"/><Relationship Id="rId395" Type="http://schemas.openxmlformats.org/officeDocument/2006/relationships/slide" Target="slides/slide394.xml"/><Relationship Id="rId396" Type="http://schemas.openxmlformats.org/officeDocument/2006/relationships/slide" Target="slides/slide395.xml"/><Relationship Id="rId397" Type="http://schemas.openxmlformats.org/officeDocument/2006/relationships/slide" Target="slides/slide396.xml"/><Relationship Id="rId398" Type="http://schemas.openxmlformats.org/officeDocument/2006/relationships/slide" Target="slides/slide397.xml"/><Relationship Id="rId399" Type="http://schemas.openxmlformats.org/officeDocument/2006/relationships/slide" Target="slides/slide398.xml"/><Relationship Id="rId400" Type="http://schemas.openxmlformats.org/officeDocument/2006/relationships/slide" Target="slides/slide399.xml"/><Relationship Id="rId401" Type="http://schemas.openxmlformats.org/officeDocument/2006/relationships/slide" Target="slides/slide400.xml"/><Relationship Id="rId402" Type="http://schemas.openxmlformats.org/officeDocument/2006/relationships/slide" Target="slides/slide401.xml"/><Relationship Id="rId403" Type="http://schemas.openxmlformats.org/officeDocument/2006/relationships/slide" Target="slides/slide402.xml"/><Relationship Id="rId404" Type="http://schemas.openxmlformats.org/officeDocument/2006/relationships/slide" Target="slides/slide403.xml"/><Relationship Id="rId405" Type="http://schemas.openxmlformats.org/officeDocument/2006/relationships/slide" Target="slides/slide404.xml"/><Relationship Id="rId406" Type="http://schemas.openxmlformats.org/officeDocument/2006/relationships/slide" Target="slides/slide405.xml"/><Relationship Id="rId407" Type="http://schemas.openxmlformats.org/officeDocument/2006/relationships/slide" Target="slides/slide406.xml"/><Relationship Id="rId408" Type="http://schemas.openxmlformats.org/officeDocument/2006/relationships/slide" Target="slides/slide407.xml"/><Relationship Id="rId409" Type="http://schemas.openxmlformats.org/officeDocument/2006/relationships/slide" Target="slides/slide408.xml"/><Relationship Id="rId410" Type="http://schemas.openxmlformats.org/officeDocument/2006/relationships/slide" Target="slides/slide409.xml"/><Relationship Id="rId411" Type="http://schemas.openxmlformats.org/officeDocument/2006/relationships/slide" Target="slides/slide410.xml"/><Relationship Id="rId412" Type="http://schemas.openxmlformats.org/officeDocument/2006/relationships/slide" Target="slides/slide411.xml"/><Relationship Id="rId413" Type="http://schemas.openxmlformats.org/officeDocument/2006/relationships/slide" Target="slides/slide412.xml"/><Relationship Id="rId414" Type="http://schemas.openxmlformats.org/officeDocument/2006/relationships/slide" Target="slides/slide413.xml"/><Relationship Id="rId415" Type="http://schemas.openxmlformats.org/officeDocument/2006/relationships/slide" Target="slides/slide414.xml"/><Relationship Id="rId416" Type="http://schemas.openxmlformats.org/officeDocument/2006/relationships/slide" Target="slides/slide415.xml"/><Relationship Id="rId417" Type="http://schemas.openxmlformats.org/officeDocument/2006/relationships/slide" Target="slides/slide416.xml"/><Relationship Id="rId418" Type="http://schemas.openxmlformats.org/officeDocument/2006/relationships/slide" Target="slides/slide417.xml"/><Relationship Id="rId419" Type="http://schemas.openxmlformats.org/officeDocument/2006/relationships/slide" Target="slides/slide418.xml"/><Relationship Id="rId420" Type="http://schemas.openxmlformats.org/officeDocument/2006/relationships/slide" Target="slides/slide419.xml"/><Relationship Id="rId421" Type="http://schemas.openxmlformats.org/officeDocument/2006/relationships/slide" Target="slides/slide420.xml"/><Relationship Id="rId422" Type="http://schemas.openxmlformats.org/officeDocument/2006/relationships/slide" Target="slides/slide421.xml"/><Relationship Id="rId423" Type="http://schemas.openxmlformats.org/officeDocument/2006/relationships/slide" Target="slides/slide422.xml"/><Relationship Id="rId424" Type="http://schemas.openxmlformats.org/officeDocument/2006/relationships/slide" Target="slides/slide423.xml"/><Relationship Id="rId425" Type="http://schemas.openxmlformats.org/officeDocument/2006/relationships/slide" Target="slides/slide424.xml"/><Relationship Id="rId426" Type="http://schemas.openxmlformats.org/officeDocument/2006/relationships/slide" Target="slides/slide425.xml"/><Relationship Id="rId427" Type="http://schemas.openxmlformats.org/officeDocument/2006/relationships/slide" Target="slides/slide426.xml"/><Relationship Id="rId428" Type="http://schemas.openxmlformats.org/officeDocument/2006/relationships/slide" Target="slides/slide427.xml"/><Relationship Id="rId429" Type="http://schemas.openxmlformats.org/officeDocument/2006/relationships/slide" Target="slides/slide428.xml"/><Relationship Id="rId430" Type="http://schemas.openxmlformats.org/officeDocument/2006/relationships/slide" Target="slides/slide429.xml"/><Relationship Id="rId431" Type="http://schemas.openxmlformats.org/officeDocument/2006/relationships/slide" Target="slides/slide430.xml"/><Relationship Id="rId432" Type="http://schemas.openxmlformats.org/officeDocument/2006/relationships/slide" Target="slides/slide431.xml"/><Relationship Id="rId433" Type="http://schemas.openxmlformats.org/officeDocument/2006/relationships/slide" Target="slides/slide432.xml"/><Relationship Id="rId434" Type="http://schemas.openxmlformats.org/officeDocument/2006/relationships/slide" Target="slides/slide433.xml"/><Relationship Id="rId435" Type="http://schemas.openxmlformats.org/officeDocument/2006/relationships/slide" Target="slides/slide434.xml"/><Relationship Id="rId436" Type="http://schemas.openxmlformats.org/officeDocument/2006/relationships/slide" Target="slides/slide435.xml"/><Relationship Id="rId437" Type="http://schemas.openxmlformats.org/officeDocument/2006/relationships/slide" Target="slides/slide436.xml"/><Relationship Id="rId438" Type="http://schemas.openxmlformats.org/officeDocument/2006/relationships/slide" Target="slides/slide437.xml"/><Relationship Id="rId439" Type="http://schemas.openxmlformats.org/officeDocument/2006/relationships/slide" Target="slides/slide438.xml"/><Relationship Id="rId440" Type="http://schemas.openxmlformats.org/officeDocument/2006/relationships/slide" Target="slides/slide439.xml"/><Relationship Id="rId441" Type="http://schemas.openxmlformats.org/officeDocument/2006/relationships/slide" Target="slides/slide440.xml"/><Relationship Id="rId442" Type="http://schemas.openxmlformats.org/officeDocument/2006/relationships/slide" Target="slides/slide441.xml"/><Relationship Id="rId443" Type="http://schemas.openxmlformats.org/officeDocument/2006/relationships/slide" Target="slides/slide442.xml"/><Relationship Id="rId444" Type="http://schemas.openxmlformats.org/officeDocument/2006/relationships/slide" Target="slides/slide443.xml"/><Relationship Id="rId445" Type="http://schemas.openxmlformats.org/officeDocument/2006/relationships/slide" Target="slides/slide444.xml"/><Relationship Id="rId446" Type="http://schemas.openxmlformats.org/officeDocument/2006/relationships/slide" Target="slides/slide445.xml"/><Relationship Id="rId447" Type="http://schemas.openxmlformats.org/officeDocument/2006/relationships/slide" Target="slides/slide446.xml"/><Relationship Id="rId448" Type="http://schemas.openxmlformats.org/officeDocument/2006/relationships/slide" Target="slides/slide447.xml"/><Relationship Id="rId449" Type="http://schemas.openxmlformats.org/officeDocument/2006/relationships/slide" Target="slides/slide448.xml"/><Relationship Id="rId450" Type="http://schemas.openxmlformats.org/officeDocument/2006/relationships/slide" Target="slides/slide449.xml"/><Relationship Id="rId451" Type="http://schemas.openxmlformats.org/officeDocument/2006/relationships/slide" Target="slides/slide450.xml"/><Relationship Id="rId452" Type="http://schemas.openxmlformats.org/officeDocument/2006/relationships/slide" Target="slides/slide451.xml"/><Relationship Id="rId453" Type="http://schemas.openxmlformats.org/officeDocument/2006/relationships/slide" Target="slides/slide452.xml"/><Relationship Id="rId454" Type="http://schemas.openxmlformats.org/officeDocument/2006/relationships/slide" Target="slides/slide453.xml"/><Relationship Id="rId455" Type="http://schemas.openxmlformats.org/officeDocument/2006/relationships/slide" Target="slides/slide454.xml"/><Relationship Id="rId456" Type="http://schemas.openxmlformats.org/officeDocument/2006/relationships/slide" Target="slides/slide455.xml"/><Relationship Id="rId457" Type="http://schemas.openxmlformats.org/officeDocument/2006/relationships/slide" Target="slides/slide456.xml"/><Relationship Id="rId458" Type="http://schemas.openxmlformats.org/officeDocument/2006/relationships/slide" Target="slides/slide457.xml"/><Relationship Id="rId459" Type="http://schemas.openxmlformats.org/officeDocument/2006/relationships/slide" Target="slides/slide458.xml"/><Relationship Id="rId460" Type="http://schemas.openxmlformats.org/officeDocument/2006/relationships/slide" Target="slides/slide459.xml"/><Relationship Id="rId461" Type="http://schemas.openxmlformats.org/officeDocument/2006/relationships/slide" Target="slides/slide460.xml"/><Relationship Id="rId462" Type="http://schemas.openxmlformats.org/officeDocument/2006/relationships/slide" Target="slides/slide461.xml"/><Relationship Id="rId463" Type="http://schemas.openxmlformats.org/officeDocument/2006/relationships/slide" Target="slides/slide462.xml"/><Relationship Id="rId464" Type="http://schemas.openxmlformats.org/officeDocument/2006/relationships/slide" Target="slides/slide463.xml"/><Relationship Id="rId465" Type="http://schemas.openxmlformats.org/officeDocument/2006/relationships/slide" Target="slides/slide464.xml"/><Relationship Id="rId466" Type="http://schemas.openxmlformats.org/officeDocument/2006/relationships/slide" Target="slides/slide465.xml"/><Relationship Id="rId467" Type="http://schemas.openxmlformats.org/officeDocument/2006/relationships/slide" Target="slides/slide466.xml"/><Relationship Id="rId468" Type="http://schemas.openxmlformats.org/officeDocument/2006/relationships/slide" Target="slides/slide467.xml"/><Relationship Id="rId469" Type="http://schemas.openxmlformats.org/officeDocument/2006/relationships/slide" Target="slides/slide468.xml"/><Relationship Id="rId470" Type="http://schemas.openxmlformats.org/officeDocument/2006/relationships/slide" Target="slides/slide469.xml"/><Relationship Id="rId471" Type="http://schemas.openxmlformats.org/officeDocument/2006/relationships/slide" Target="slides/slide470.xml"/><Relationship Id="rId472" Type="http://schemas.openxmlformats.org/officeDocument/2006/relationships/slide" Target="slides/slide471.xml"/><Relationship Id="rId473" Type="http://schemas.openxmlformats.org/officeDocument/2006/relationships/slide" Target="slides/slide472.xml"/><Relationship Id="rId474" Type="http://schemas.openxmlformats.org/officeDocument/2006/relationships/slide" Target="slides/slide473.xml"/><Relationship Id="rId475" Type="http://schemas.openxmlformats.org/officeDocument/2006/relationships/slide" Target="slides/slide474.xml"/><Relationship Id="rId476" Type="http://schemas.openxmlformats.org/officeDocument/2006/relationships/slide" Target="slides/slide475.xml"/><Relationship Id="rId477" Type="http://schemas.openxmlformats.org/officeDocument/2006/relationships/slide" Target="slides/slide476.xml"/><Relationship Id="rId478" Type="http://schemas.openxmlformats.org/officeDocument/2006/relationships/slide" Target="slides/slide477.xml"/><Relationship Id="rId479" Type="http://schemas.openxmlformats.org/officeDocument/2006/relationships/slide" Target="slides/slide478.xml"/><Relationship Id="rId480" Type="http://schemas.openxmlformats.org/officeDocument/2006/relationships/slide" Target="slides/slide479.xml"/><Relationship Id="rId481" Type="http://schemas.openxmlformats.org/officeDocument/2006/relationships/slide" Target="slides/slide480.xml"/><Relationship Id="rId482" Type="http://schemas.openxmlformats.org/officeDocument/2006/relationships/slide" Target="slides/slide481.xml"/><Relationship Id="rId483" Type="http://schemas.openxmlformats.org/officeDocument/2006/relationships/slide" Target="slides/slide482.xml"/><Relationship Id="rId484" Type="http://schemas.openxmlformats.org/officeDocument/2006/relationships/slide" Target="slides/slide483.xml"/><Relationship Id="rId485" Type="http://schemas.openxmlformats.org/officeDocument/2006/relationships/slide" Target="slides/slide484.xml"/><Relationship Id="rId486" Type="http://schemas.openxmlformats.org/officeDocument/2006/relationships/slide" Target="slides/slide485.xml"/><Relationship Id="rId487" Type="http://schemas.openxmlformats.org/officeDocument/2006/relationships/slide" Target="slides/slide486.xml"/><Relationship Id="rId488" Type="http://schemas.openxmlformats.org/officeDocument/2006/relationships/slide" Target="slides/slide487.xml"/><Relationship Id="rId489" Type="http://schemas.openxmlformats.org/officeDocument/2006/relationships/slide" Target="slides/slide488.xml"/><Relationship Id="rId490" Type="http://schemas.openxmlformats.org/officeDocument/2006/relationships/slide" Target="slides/slide489.xml"/><Relationship Id="rId491" Type="http://schemas.openxmlformats.org/officeDocument/2006/relationships/slide" Target="slides/slide490.xml"/><Relationship Id="rId492" Type="http://schemas.openxmlformats.org/officeDocument/2006/relationships/slide" Target="slides/slide491.xml"/><Relationship Id="rId493" Type="http://schemas.openxmlformats.org/officeDocument/2006/relationships/slide" Target="slides/slide492.xml"/><Relationship Id="rId494" Type="http://schemas.openxmlformats.org/officeDocument/2006/relationships/slide" Target="slides/slide493.xml"/><Relationship Id="rId495" Type="http://schemas.openxmlformats.org/officeDocument/2006/relationships/slide" Target="slides/slide494.xml"/><Relationship Id="rId496" Type="http://schemas.openxmlformats.org/officeDocument/2006/relationships/slide" Target="slides/slide495.xml"/><Relationship Id="rId497" Type="http://schemas.openxmlformats.org/officeDocument/2006/relationships/slide" Target="slides/slide496.xml"/><Relationship Id="rId498" Type="http://schemas.openxmlformats.org/officeDocument/2006/relationships/slide" Target="slides/slide497.xml"/><Relationship Id="rId499" Type="http://schemas.openxmlformats.org/officeDocument/2006/relationships/slide" Target="slides/slide498.xml"/><Relationship Id="rId500" Type="http://schemas.openxmlformats.org/officeDocument/2006/relationships/slide" Target="slides/slide499.xml"/><Relationship Id="rId501" Type="http://schemas.openxmlformats.org/officeDocument/2006/relationships/slide" Target="slides/slide500.xml"/><Relationship Id="rId502" Type="http://schemas.openxmlformats.org/officeDocument/2006/relationships/slide" Target="slides/slide501.xml"/><Relationship Id="rId503" Type="http://schemas.openxmlformats.org/officeDocument/2006/relationships/slide" Target="slides/slide502.xml"/><Relationship Id="rId504" Type="http://schemas.openxmlformats.org/officeDocument/2006/relationships/slide" Target="slides/slide503.xml"/><Relationship Id="rId505" Type="http://schemas.openxmlformats.org/officeDocument/2006/relationships/slide" Target="slides/slide504.xml"/><Relationship Id="rId506" Type="http://schemas.openxmlformats.org/officeDocument/2006/relationships/slide" Target="slides/slide505.xml"/><Relationship Id="rId507" Type="http://schemas.openxmlformats.org/officeDocument/2006/relationships/slide" Target="slides/slide506.xml"/><Relationship Id="rId508" Type="http://schemas.openxmlformats.org/officeDocument/2006/relationships/slide" Target="slides/slide507.xml"/><Relationship Id="rId509" Type="http://schemas.openxmlformats.org/officeDocument/2006/relationships/slide" Target="slides/slide508.xml"/><Relationship Id="rId510" Type="http://schemas.openxmlformats.org/officeDocument/2006/relationships/slide" Target="slides/slide509.xml"/><Relationship Id="rId511" Type="http://schemas.openxmlformats.org/officeDocument/2006/relationships/slide" Target="slides/slide510.xml"/><Relationship Id="rId512" Type="http://schemas.openxmlformats.org/officeDocument/2006/relationships/slide" Target="slides/slide511.xml"/><Relationship Id="rId513" Type="http://schemas.openxmlformats.org/officeDocument/2006/relationships/slide" Target="slides/slide512.xml"/><Relationship Id="rId514" Type="http://schemas.openxmlformats.org/officeDocument/2006/relationships/slide" Target="slides/slide513.xml"/><Relationship Id="rId515" Type="http://schemas.openxmlformats.org/officeDocument/2006/relationships/slide" Target="slides/slide514.xml"/><Relationship Id="rId516" Type="http://schemas.openxmlformats.org/officeDocument/2006/relationships/slide" Target="slides/slide515.xml"/><Relationship Id="rId517" Type="http://schemas.openxmlformats.org/officeDocument/2006/relationships/slide" Target="slides/slide516.xml"/><Relationship Id="rId518" Type="http://schemas.openxmlformats.org/officeDocument/2006/relationships/slide" Target="slides/slide517.xml"/><Relationship Id="rId519" Type="http://schemas.openxmlformats.org/officeDocument/2006/relationships/slide" Target="slides/slide518.xml"/><Relationship Id="rId520" Type="http://schemas.openxmlformats.org/officeDocument/2006/relationships/slide" Target="slides/slide519.xml"/><Relationship Id="rId521" Type="http://schemas.openxmlformats.org/officeDocument/2006/relationships/slide" Target="slides/slide520.xml"/><Relationship Id="rId522" Type="http://schemas.openxmlformats.org/officeDocument/2006/relationships/slide" Target="slides/slide521.xml"/><Relationship Id="rId523" Type="http://schemas.openxmlformats.org/officeDocument/2006/relationships/slide" Target="slides/slide522.xml"/><Relationship Id="rId524" Type="http://schemas.openxmlformats.org/officeDocument/2006/relationships/slide" Target="slides/slide523.xml"/><Relationship Id="rId525" Type="http://schemas.openxmlformats.org/officeDocument/2006/relationships/slide" Target="slides/slide524.xml"/><Relationship Id="rId526" Type="http://schemas.openxmlformats.org/officeDocument/2006/relationships/slide" Target="slides/slide525.xml"/><Relationship Id="rId527" Type="http://schemas.openxmlformats.org/officeDocument/2006/relationships/slide" Target="slides/slide526.xml"/><Relationship Id="rId528" Type="http://schemas.openxmlformats.org/officeDocument/2006/relationships/slide" Target="slides/slide527.xml"/><Relationship Id="rId529" Type="http://schemas.openxmlformats.org/officeDocument/2006/relationships/slide" Target="slides/slide528.xml"/><Relationship Id="rId530" Type="http://schemas.openxmlformats.org/officeDocument/2006/relationships/notesMaster" Target="notesMasters/notesMaster1.xml"/><Relationship Id="rId531" Type="http://schemas.openxmlformats.org/officeDocument/2006/relationships/presProps" Target="presProps.xml"/><Relationship Id="rId532" Type="http://schemas.openxmlformats.org/officeDocument/2006/relationships/viewProps" Target="viewProps.xml"/><Relationship Id="rId533" Type="http://schemas.openxmlformats.org/officeDocument/2006/relationships/theme" Target="theme/theme1.xml"/><Relationship Id="rId5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_rels/notesSlide3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5.xml"/>
		</Relationships>
</file>

<file path=ppt/notesSlides/_rels/notesSlide3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6.xml"/>
		</Relationships>
</file>

<file path=ppt/notesSlides/_rels/notesSlide3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7.xml"/>
		</Relationships>
</file>

<file path=ppt/notesSlides/_rels/notesSlide3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8.xml"/>
		</Relationships>
</file>

<file path=ppt/notesSlides/_rels/notesSlide3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9.xml"/>
		</Relationships>
</file>

<file path=ppt/notesSlides/_rels/notesSlide3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0.xml"/>
		</Relationships>
</file>

<file path=ppt/notesSlides/_rels/notesSlide3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1.xml"/>
		</Relationships>
</file>

<file path=ppt/notesSlides/_rels/notesSlide3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2.xml"/>
		</Relationships>
</file>

<file path=ppt/notesSlides/_rels/notesSlide3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3.xml"/>
		</Relationships>
</file>

<file path=ppt/notesSlides/_rels/notesSlide3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4.xml"/>
		</Relationships>
</file>

<file path=ppt/notesSlides/_rels/notesSlide3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5.xml"/>
		</Relationships>
</file>

<file path=ppt/notesSlides/_rels/notesSlide3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6.xml"/>
		</Relationships>
</file>

<file path=ppt/notesSlides/_rels/notesSlide3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7.xml"/>
		</Relationships>
</file>

<file path=ppt/notesSlides/_rels/notesSlide3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8.xml"/>
		</Relationships>
</file>

<file path=ppt/notesSlides/_rels/notesSlide3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9.xml"/>
		</Relationships>
</file>

<file path=ppt/notesSlides/_rels/notesSlide3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0.xml"/>
		</Relationships>
</file>

<file path=ppt/notesSlides/_rels/notesSlide3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1.xml"/>
		</Relationships>
</file>

<file path=ppt/notesSlides/_rels/notesSlide3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2.xml"/>
		</Relationships>
</file>

<file path=ppt/notesSlides/_rels/notesSlide3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3.xml"/>
		</Relationships>
</file>

<file path=ppt/notesSlides/_rels/notesSlide3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4.xml"/>
		</Relationships>
</file>

<file path=ppt/notesSlides/_rels/notesSlide3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5.xml"/>
		</Relationships>
</file>

<file path=ppt/notesSlides/_rels/notesSlide3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6.xml"/>
		</Relationships>
</file>

<file path=ppt/notesSlides/_rels/notesSlide3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7.xml"/>
		</Relationships>
</file>

<file path=ppt/notesSlides/_rels/notesSlide3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8.xml"/>
		</Relationships>
</file>

<file path=ppt/notesSlides/_rels/notesSlide3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9.xml"/>
		</Relationships>
</file>

<file path=ppt/notesSlides/_rels/notesSlide3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0.xml"/>
		</Relationships>
</file>

<file path=ppt/notesSlides/_rels/notesSlide3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1.xml"/>
		</Relationships>
</file>

<file path=ppt/notesSlides/_rels/notesSlide3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2.xml"/>
		</Relationships>
</file>

<file path=ppt/notesSlides/_rels/notesSlide3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3.xml"/>
		</Relationships>
</file>

<file path=ppt/notesSlides/_rels/notesSlide3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4.xml"/>
		</Relationships>
</file>

<file path=ppt/notesSlides/_rels/notesSlide3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5.xml"/>
		</Relationships>
</file>

<file path=ppt/notesSlides/_rels/notesSlide3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6.xml"/>
		</Relationships>
</file>

<file path=ppt/notesSlides/_rels/notesSlide3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7.xml"/>
		</Relationships>
</file>

<file path=ppt/notesSlides/_rels/notesSlide3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8.xml"/>
		</Relationships>
</file>

<file path=ppt/notesSlides/_rels/notesSlide3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9.xml"/>
		</Relationships>
</file>

<file path=ppt/notesSlides/_rels/notesSlide3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0.xml"/>
		</Relationships>
</file>

<file path=ppt/notesSlides/_rels/notesSlide3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1.xml"/>
		</Relationships>
</file>

<file path=ppt/notesSlides/_rels/notesSlide3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2.xml"/>
		</Relationships>
</file>

<file path=ppt/notesSlides/_rels/notesSlide3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3.xml"/>
		</Relationships>
</file>

<file path=ppt/notesSlides/_rels/notesSlide3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4.xml"/>
		</Relationships>
</file>

<file path=ppt/notesSlides/_rels/notesSlide3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5.xml"/>
		</Relationships>
</file>

<file path=ppt/notesSlides/_rels/notesSlide3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6.xml"/>
		</Relationships>
</file>

<file path=ppt/notesSlides/_rels/notesSlide3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7.xml"/>
		</Relationships>
</file>

<file path=ppt/notesSlides/_rels/notesSlide3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8.xml"/>
		</Relationships>
</file>

<file path=ppt/notesSlides/_rels/notesSlide3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9.xml"/>
		</Relationships>
</file>

<file path=ppt/notesSlides/_rels/notesSlide3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0.xml"/>
		</Relationships>
</file>

<file path=ppt/notesSlides/_rels/notesSlide3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1.xml"/>
		</Relationships>
</file>

<file path=ppt/notesSlides/_rels/notesSlide3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2.xml"/>
		</Relationships>
</file>

<file path=ppt/notesSlides/_rels/notesSlide3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3.xml"/>
		</Relationships>
</file>

<file path=ppt/notesSlides/_rels/notesSlide3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4.xml"/>
		</Relationships>
</file>

<file path=ppt/notesSlides/_rels/notesSlide3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5.xml"/>
		</Relationships>
</file>

<file path=ppt/notesSlides/_rels/notesSlide3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6.xml"/>
		</Relationships>
</file>

<file path=ppt/notesSlides/_rels/notesSlide3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7.xml"/>
		</Relationships>
</file>

<file path=ppt/notesSlides/_rels/notesSlide3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8.xml"/>
		</Relationships>
</file>

<file path=ppt/notesSlides/_rels/notesSlide3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9.xml"/>
		</Relationships>
</file>

<file path=ppt/notesSlides/_rels/notesSlide3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0.xml"/>
		</Relationships>
</file>

<file path=ppt/notesSlides/_rels/notesSlide3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1.xml"/>
		</Relationships>
</file>

<file path=ppt/notesSlides/_rels/notesSlide3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2.xml"/>
		</Relationships>
</file>

<file path=ppt/notesSlides/_rels/notesSlide3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3.xml"/>
		</Relationships>
</file>

<file path=ppt/notesSlides/_rels/notesSlide3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4.xml"/>
		</Relationships>
</file>

<file path=ppt/notesSlides/_rels/notesSlide3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5.xml"/>
		</Relationships>
</file>

<file path=ppt/notesSlides/_rels/notesSlide3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6.xml"/>
		</Relationships>
</file>

<file path=ppt/notesSlides/_rels/notesSlide3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7.xml"/>
		</Relationships>
</file>

<file path=ppt/notesSlides/_rels/notesSlide3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8.xml"/>
		</Relationships>
</file>

<file path=ppt/notesSlides/_rels/notesSlide3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9.xml"/>
		</Relationships>
</file>

<file path=ppt/notesSlides/_rels/notesSlide4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0.xml"/>
		</Relationships>
</file>

<file path=ppt/notesSlides/_rels/notesSlide4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1.xml"/>
		</Relationships>
</file>

<file path=ppt/notesSlides/_rels/notesSlide4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2.xml"/>
		</Relationships>
</file>

<file path=ppt/notesSlides/_rels/notesSlide4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3.xml"/>
		</Relationships>
</file>

<file path=ppt/notesSlides/_rels/notesSlide4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4.xml"/>
		</Relationships>
</file>

<file path=ppt/notesSlides/_rels/notesSlide4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5.xml"/>
		</Relationships>
</file>

<file path=ppt/notesSlides/_rels/notesSlide4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6.xml"/>
		</Relationships>
</file>

<file path=ppt/notesSlides/_rels/notesSlide4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7.xml"/>
		</Relationships>
</file>

<file path=ppt/notesSlides/_rels/notesSlide4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8.xml"/>
		</Relationships>
</file>

<file path=ppt/notesSlides/_rels/notesSlide4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9.xml"/>
		</Relationships>
</file>

<file path=ppt/notesSlides/_rels/notesSlide4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0.xml"/>
		</Relationships>
</file>

<file path=ppt/notesSlides/_rels/notesSlide4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1.xml"/>
		</Relationships>
</file>

<file path=ppt/notesSlides/_rels/notesSlide4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2.xml"/>
		</Relationships>
</file>

<file path=ppt/notesSlides/_rels/notesSlide4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3.xml"/>
		</Relationships>
</file>

<file path=ppt/notesSlides/_rels/notesSlide4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4.xml"/>
		</Relationships>
</file>

<file path=ppt/notesSlides/_rels/notesSlide4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5.xml"/>
		</Relationships>
</file>

<file path=ppt/notesSlides/_rels/notesSlide4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6.xml"/>
		</Relationships>
</file>

<file path=ppt/notesSlides/_rels/notesSlide4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7.xml"/>
		</Relationships>
</file>

<file path=ppt/notesSlides/_rels/notesSlide4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8.xml"/>
		</Relationships>
</file>

<file path=ppt/notesSlides/_rels/notesSlide4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9.xml"/>
		</Relationships>
</file>

<file path=ppt/notesSlides/_rels/notesSlide4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0.xml"/>
		</Relationships>
</file>

<file path=ppt/notesSlides/_rels/notesSlide4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1.xml"/>
		</Relationships>
</file>

<file path=ppt/notesSlides/_rels/notesSlide4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2.xml"/>
		</Relationships>
</file>

<file path=ppt/notesSlides/_rels/notesSlide4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3.xml"/>
		</Relationships>
</file>

<file path=ppt/notesSlides/_rels/notesSlide4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4.xml"/>
		</Relationships>
</file>

<file path=ppt/notesSlides/_rels/notesSlide4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5.xml"/>
		</Relationships>
</file>

<file path=ppt/notesSlides/_rels/notesSlide4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6.xml"/>
		</Relationships>
</file>

<file path=ppt/notesSlides/_rels/notesSlide4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7.xml"/>
		</Relationships>
</file>

<file path=ppt/notesSlides/_rels/notesSlide4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8.xml"/>
		</Relationships>
</file>

<file path=ppt/notesSlides/_rels/notesSlide4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9.xml"/>
		</Relationships>
</file>

<file path=ppt/notesSlides/_rels/notesSlide4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0.xml"/>
		</Relationships>
</file>

<file path=ppt/notesSlides/_rels/notesSlide4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1.xml"/>
		</Relationships>
</file>

<file path=ppt/notesSlides/_rels/notesSlide4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2.xml"/>
		</Relationships>
</file>

<file path=ppt/notesSlides/_rels/notesSlide4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3.xml"/>
		</Relationships>
</file>

<file path=ppt/notesSlides/_rels/notesSlide4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4.xml"/>
		</Relationships>
</file>

<file path=ppt/notesSlides/_rels/notesSlide4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5.xml"/>
		</Relationships>
</file>

<file path=ppt/notesSlides/_rels/notesSlide4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6.xml"/>
		</Relationships>
</file>

<file path=ppt/notesSlides/_rels/notesSlide4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7.xml"/>
		</Relationships>
</file>

<file path=ppt/notesSlides/_rels/notesSlide4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8.xml"/>
		</Relationships>
</file>

<file path=ppt/notesSlides/_rels/notesSlide4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9.xml"/>
		</Relationships>
</file>

<file path=ppt/notesSlides/_rels/notesSlide4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0.xml"/>
		</Relationships>
</file>

<file path=ppt/notesSlides/_rels/notesSlide4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1.xml"/>
		</Relationships>
</file>

<file path=ppt/notesSlides/_rels/notesSlide4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2.xml"/>
		</Relationships>
</file>

<file path=ppt/notesSlides/_rels/notesSlide4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3.xml"/>
		</Relationships>
</file>

<file path=ppt/notesSlides/_rels/notesSlide4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4.xml"/>
		</Relationships>
</file>

<file path=ppt/notesSlides/_rels/notesSlide4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5.xml"/>
		</Relationships>
</file>

<file path=ppt/notesSlides/_rels/notesSlide4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6.xml"/>
		</Relationships>
</file>

<file path=ppt/notesSlides/_rels/notesSlide4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7.xml"/>
		</Relationships>
</file>

<file path=ppt/notesSlides/_rels/notesSlide4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8.xml"/>
		</Relationships>
</file>

<file path=ppt/notesSlides/_rels/notesSlide4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9.xml"/>
		</Relationships>
</file>

<file path=ppt/notesSlides/_rels/notesSlide4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0.xml"/>
		</Relationships>
</file>

<file path=ppt/notesSlides/_rels/notesSlide4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1.xml"/>
		</Relationships>
</file>

<file path=ppt/notesSlides/_rels/notesSlide4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2.xml"/>
		</Relationships>
</file>

<file path=ppt/notesSlides/_rels/notesSlide4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3.xml"/>
		</Relationships>
</file>

<file path=ppt/notesSlides/_rels/notesSlide4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4.xml"/>
		</Relationships>
</file>

<file path=ppt/notesSlides/_rels/notesSlide4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5.xml"/>
		</Relationships>
</file>

<file path=ppt/notesSlides/_rels/notesSlide4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6.xml"/>
		</Relationships>
</file>

<file path=ppt/notesSlides/_rels/notesSlide4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7.xml"/>
		</Relationships>
</file>

<file path=ppt/notesSlides/_rels/notesSlide4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8.xml"/>
		</Relationships>
</file>

<file path=ppt/notesSlides/_rels/notesSlide4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9.xml"/>
		</Relationships>
</file>

<file path=ppt/notesSlides/_rels/notesSlide4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0.xml"/>
		</Relationships>
</file>

<file path=ppt/notesSlides/_rels/notesSlide4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1.xml"/>
		</Relationships>
</file>

<file path=ppt/notesSlides/_rels/notesSlide4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2.xml"/>
		</Relationships>
</file>

<file path=ppt/notesSlides/_rels/notesSlide4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3.xml"/>
		</Relationships>
</file>

<file path=ppt/notesSlides/_rels/notesSlide4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4.xml"/>
		</Relationships>
</file>

<file path=ppt/notesSlides/_rels/notesSlide4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5.xml"/>
		</Relationships>
</file>

<file path=ppt/notesSlides/_rels/notesSlide4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6.xml"/>
		</Relationships>
</file>

<file path=ppt/notesSlides/_rels/notesSlide4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7.xml"/>
		</Relationships>
</file>

<file path=ppt/notesSlides/_rels/notesSlide4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8.xml"/>
		</Relationships>
</file>

<file path=ppt/notesSlides/_rels/notesSlide4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9.xml"/>
		</Relationships>
</file>

<file path=ppt/notesSlides/_rels/notesSlide4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0.xml"/>
		</Relationships>
</file>

<file path=ppt/notesSlides/_rels/notesSlide4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1.xml"/>
		</Relationships>
</file>

<file path=ppt/notesSlides/_rels/notesSlide4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2.xml"/>
		</Relationships>
</file>

<file path=ppt/notesSlides/_rels/notesSlide4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3.xml"/>
		</Relationships>
</file>

<file path=ppt/notesSlides/_rels/notesSlide4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4.xml"/>
		</Relationships>
</file>

<file path=ppt/notesSlides/_rels/notesSlide4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5.xml"/>
		</Relationships>
</file>

<file path=ppt/notesSlides/_rels/notesSlide4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6.xml"/>
		</Relationships>
</file>

<file path=ppt/notesSlides/_rels/notesSlide4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7.xml"/>
		</Relationships>
</file>

<file path=ppt/notesSlides/_rels/notesSlide4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8.xml"/>
		</Relationships>
</file>

<file path=ppt/notesSlides/_rels/notesSlide4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9.xml"/>
		</Relationships>
</file>

<file path=ppt/notesSlides/_rels/notesSlide4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0.xml"/>
		</Relationships>
</file>

<file path=ppt/notesSlides/_rels/notesSlide4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1.xml"/>
		</Relationships>
</file>

<file path=ppt/notesSlides/_rels/notesSlide4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2.xml"/>
		</Relationships>
</file>

<file path=ppt/notesSlides/_rels/notesSlide4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3.xml"/>
		</Relationships>
</file>

<file path=ppt/notesSlides/_rels/notesSlide4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4.xml"/>
		</Relationships>
</file>

<file path=ppt/notesSlides/_rels/notesSlide4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5.xml"/>
		</Relationships>
</file>

<file path=ppt/notesSlides/_rels/notesSlide4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6.xml"/>
		</Relationships>
</file>

<file path=ppt/notesSlides/_rels/notesSlide4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7.xml"/>
		</Relationships>
</file>

<file path=ppt/notesSlides/_rels/notesSlide4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8.xml"/>
		</Relationships>
</file>

<file path=ppt/notesSlides/_rels/notesSlide4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9.xml"/>
		</Relationships>
</file>

<file path=ppt/notesSlides/_rels/notesSlide4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0.xml"/>
		</Relationships>
</file>

<file path=ppt/notesSlides/_rels/notesSlide4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1.xml"/>
		</Relationships>
</file>

<file path=ppt/notesSlides/_rels/notesSlide4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2.xml"/>
		</Relationships>
</file>

<file path=ppt/notesSlides/_rels/notesSlide4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3.xml"/>
		</Relationships>
</file>

<file path=ppt/notesSlides/_rels/notesSlide4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4.xml"/>
		</Relationships>
</file>

<file path=ppt/notesSlides/_rels/notesSlide4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5.xml"/>
		</Relationships>
</file>

<file path=ppt/notesSlides/_rels/notesSlide4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6.xml"/>
		</Relationships>
</file>

<file path=ppt/notesSlides/_rels/notesSlide4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7.xml"/>
		</Relationships>
</file>

<file path=ppt/notesSlides/_rels/notesSlide4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8.xml"/>
		</Relationships>
</file>

<file path=ppt/notesSlides/_rels/notesSlide4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9.xml"/>
		</Relationships>
</file>

<file path=ppt/notesSlides/_rels/notesSlide5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0.xml"/>
		</Relationships>
</file>

<file path=ppt/notesSlides/_rels/notesSlide5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1.xml"/>
		</Relationships>
</file>

<file path=ppt/notesSlides/_rels/notesSlide5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2.xml"/>
		</Relationships>
</file>

<file path=ppt/notesSlides/_rels/notesSlide5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3.xml"/>
		</Relationships>
</file>

<file path=ppt/notesSlides/_rels/notesSlide5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4.xml"/>
		</Relationships>
</file>

<file path=ppt/notesSlides/_rels/notesSlide5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5.xml"/>
		</Relationships>
</file>

<file path=ppt/notesSlides/_rels/notesSlide5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6.xml"/>
		</Relationships>
</file>

<file path=ppt/notesSlides/_rels/notesSlide5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7.xml"/>
		</Relationships>
</file>

<file path=ppt/notesSlides/_rels/notesSlide5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8.xml"/>
		</Relationships>
</file>

<file path=ppt/notesSlides/_rels/notesSlide5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9.xml"/>
		</Relationships>
</file>

<file path=ppt/notesSlides/_rels/notesSlide5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0.xml"/>
		</Relationships>
</file>

<file path=ppt/notesSlides/_rels/notesSlide5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1.xml"/>
		</Relationships>
</file>

<file path=ppt/notesSlides/_rels/notesSlide5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2.xml"/>
		</Relationships>
</file>

<file path=ppt/notesSlides/_rels/notesSlide5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3.xml"/>
		</Relationships>
</file>

<file path=ppt/notesSlides/_rels/notesSlide5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4.xml"/>
		</Relationships>
</file>

<file path=ppt/notesSlides/_rels/notesSlide5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5.xml"/>
		</Relationships>
</file>

<file path=ppt/notesSlides/_rels/notesSlide5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6.xml"/>
		</Relationships>
</file>

<file path=ppt/notesSlides/_rels/notesSlide5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7.xml"/>
		</Relationships>
</file>

<file path=ppt/notesSlides/_rels/notesSlide5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8.xml"/>
		</Relationships>
</file>

<file path=ppt/notesSlides/_rels/notesSlide5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9.xml"/>
		</Relationships>
</file>

<file path=ppt/notesSlides/_rels/notesSlide5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0.xml"/>
		</Relationships>
</file>

<file path=ppt/notesSlides/_rels/notesSlide5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1.xml"/>
		</Relationships>
</file>

<file path=ppt/notesSlides/_rels/notesSlide5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2.xml"/>
		</Relationships>
</file>

<file path=ppt/notesSlides/_rels/notesSlide5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3.xml"/>
		</Relationships>
</file>

<file path=ppt/notesSlides/_rels/notesSlide5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4.xml"/>
		</Relationships>
</file>

<file path=ppt/notesSlides/_rels/notesSlide5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5.xml"/>
		</Relationships>
</file>

<file path=ppt/notesSlides/_rels/notesSlide5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6.xml"/>
		</Relationships>
</file>

<file path=ppt/notesSlides/_rels/notesSlide5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7.xml"/>
		</Relationships>
</file>

<file path=ppt/notesSlides/_rels/notesSlide5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image" Target="../media/image-9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1-1.png"/><Relationship Id="rId2" Type="http://schemas.openxmlformats.org/officeDocument/2006/relationships/image" Target="../media/image-1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0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9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7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9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4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7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0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1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3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4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5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6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7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8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9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0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1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2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3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4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5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6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7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8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9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0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1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2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3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4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5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7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8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9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0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1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2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3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4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5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6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7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8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9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0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1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2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4.xml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5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6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7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8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9.xml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0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1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2.xml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3.xml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4.xml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5.xml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6.xml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7.xml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8.xml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9.xml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0.xml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1.xml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2.xml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3.xml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4.xml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5.xml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6.xml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7.xml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8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9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0.xml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1.xml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2.xml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3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4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5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6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7.xml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8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9.xml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0.xml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1.xml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2.xml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3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4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5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6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7.xml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8.xml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9.xml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0.xml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1.xml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2.xml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3.xml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4.xml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5.xml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6.xml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7.xml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8.xml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9.xml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0.xml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1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2.xml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3.xml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4.xml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5.xml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6.xml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7.xml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8.xml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9.xml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0.xml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1.xml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2.xml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3.xml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4.xml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5.xml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6.xml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7.xml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8.xml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9.xml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0.xml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1.xml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2.xml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3.xml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4.xml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5.xml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6.xml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7.xml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8.xml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9.xml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0.xml"/></Relationships>
</file>

<file path=ppt/slides/_rels/slide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1.xml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2.xml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3.xml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4.xml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5.xml"/></Relationships>
</file>

<file path=ppt/slides/_rels/slide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6.xml"/></Relationships>
</file>

<file path=ppt/slides/_rels/slide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7.xml"/></Relationships>
</file>

<file path=ppt/slides/_rels/slide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8.xml"/></Relationships>
</file>

<file path=ppt/slides/_rels/slide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9.xml"/></Relationships>
</file>

<file path=ppt/slides/_rels/slide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0.xml"/></Relationships>
</file>

<file path=ppt/slides/_rels/slide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1.xml"/></Relationships>
</file>

<file path=ppt/slides/_rels/slide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2.xml"/></Relationships>
</file>

<file path=ppt/slides/_rels/slide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3.xml"/></Relationships>
</file>

<file path=ppt/slides/_rels/slide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4.xml"/></Relationships>
</file>

<file path=ppt/slides/_rels/slide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5.xml"/></Relationships>
</file>

<file path=ppt/slides/_rels/slide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6.xml"/></Relationships>
</file>

<file path=ppt/slides/_rels/slide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7.xml"/></Relationships>
</file>

<file path=ppt/slides/_rels/slide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8.xml"/></Relationships>
</file>

<file path=ppt/slides/_rels/slide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9.xml"/></Relationships>
</file>

<file path=ppt/slides/_rels/slide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0.xml"/></Relationships>
</file>

<file path=ppt/slides/_rels/slide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1.xml"/></Relationships>
</file>

<file path=ppt/slides/_rels/slide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2.xml"/></Relationships>
</file>

<file path=ppt/slides/_rels/slide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3.xml"/></Relationships>
</file>

<file path=ppt/slides/_rels/slide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4.xml"/></Relationships>
</file>

<file path=ppt/slides/_rels/slide4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5.xml"/></Relationships>
</file>

<file path=ppt/slides/_rels/slide4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6.xml"/></Relationships>
</file>

<file path=ppt/slides/_rels/slide4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7.xml"/></Relationships>
</file>

<file path=ppt/slides/_rels/slide4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8.xml"/></Relationships>
</file>

<file path=ppt/slides/_rels/slide4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9.xml"/></Relationships>
</file>

<file path=ppt/slides/_rels/slide4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0.xml"/></Relationships>
</file>

<file path=ppt/slides/_rels/slide4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1.xml"/></Relationships>
</file>

<file path=ppt/slides/_rels/slide4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2.xml"/></Relationships>
</file>

<file path=ppt/slides/_rels/slide4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3.xml"/></Relationships>
</file>

<file path=ppt/slides/_rels/slide4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4.xml"/></Relationships>
</file>

<file path=ppt/slides/_rels/slide4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5.xml"/></Relationships>
</file>

<file path=ppt/slides/_rels/slide4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6.xml"/></Relationships>
</file>

<file path=ppt/slides/_rels/slide4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7.xml"/></Relationships>
</file>

<file path=ppt/slides/_rels/slide4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8.xml"/></Relationships>
</file>

<file path=ppt/slides/_rels/slide4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9.xml"/></Relationships>
</file>

<file path=ppt/slides/_rels/slide4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0.xml"/></Relationships>
</file>

<file path=ppt/slides/_rels/slide4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1.xml"/></Relationships>
</file>

<file path=ppt/slides/_rels/slide4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2.xml"/></Relationships>
</file>

<file path=ppt/slides/_rels/slide4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3.xml"/></Relationships>
</file>

<file path=ppt/slides/_rels/slide4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4.xml"/></Relationships>
</file>

<file path=ppt/slides/_rels/slide4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5.xml"/></Relationships>
</file>

<file path=ppt/slides/_rels/slide4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6.xml"/></Relationships>
</file>

<file path=ppt/slides/_rels/slide4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7.xml"/></Relationships>
</file>

<file path=ppt/slides/_rels/slide4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8.xml"/></Relationships>
</file>

<file path=ppt/slides/_rels/slide4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9.xml"/></Relationships>
</file>

<file path=ppt/slides/_rels/slide4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0.xml"/></Relationships>
</file>

<file path=ppt/slides/_rels/slide4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1.xml"/></Relationships>
</file>

<file path=ppt/slides/_rels/slide4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2.xml"/></Relationships>
</file>

<file path=ppt/slides/_rels/slide4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3.xml"/></Relationships>
</file>

<file path=ppt/slides/_rels/slide4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4.xml"/></Relationships>
</file>

<file path=ppt/slides/_rels/slide4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5.xml"/></Relationships>
</file>

<file path=ppt/slides/_rels/slide4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6.xml"/></Relationships>
</file>

<file path=ppt/slides/_rels/slide4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7.xml"/></Relationships>
</file>

<file path=ppt/slides/_rels/slide4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8.xml"/></Relationships>
</file>

<file path=ppt/slides/_rels/slide4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9.xml"/></Relationships>
</file>

<file path=ppt/slides/_rels/slide4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0.xml"/></Relationships>
</file>

<file path=ppt/slides/_rels/slide4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1.xml"/></Relationships>
</file>

<file path=ppt/slides/_rels/slide4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2.xml"/></Relationships>
</file>

<file path=ppt/slides/_rels/slide4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3.xml"/></Relationships>
</file>

<file path=ppt/slides/_rels/slide4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4.xml"/></Relationships>
</file>

<file path=ppt/slides/_rels/slide4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5.xml"/></Relationships>
</file>

<file path=ppt/slides/_rels/slide4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6.xml"/></Relationships>
</file>

<file path=ppt/slides/_rels/slide4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7.xml"/></Relationships>
</file>

<file path=ppt/slides/_rels/slide4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8.xml"/></Relationships>
</file>

<file path=ppt/slides/_rels/slide4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9.xml"/></Relationships>
</file>

<file path=ppt/slides/_rels/slide4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0.xml"/></Relationships>
</file>

<file path=ppt/slides/_rels/slide4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1.xml"/></Relationships>
</file>

<file path=ppt/slides/_rels/slide4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2.xml"/></Relationships>
</file>

<file path=ppt/slides/_rels/slide4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3.xml"/></Relationships>
</file>

<file path=ppt/slides/_rels/slide4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4.xml"/></Relationships>
</file>

<file path=ppt/slides/_rels/slide4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5.xml"/></Relationships>
</file>

<file path=ppt/slides/_rels/slide4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6.xml"/></Relationships>
</file>

<file path=ppt/slides/_rels/slide4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7.xml"/></Relationships>
</file>

<file path=ppt/slides/_rels/slide4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8.xml"/></Relationships>
</file>

<file path=ppt/slides/_rels/slide4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9.xml"/></Relationships>
</file>

<file path=ppt/slides/_rels/slide4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0.xml"/></Relationships>
</file>

<file path=ppt/slides/_rels/slide4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1.xml"/></Relationships>
</file>

<file path=ppt/slides/_rels/slide4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2.xml"/></Relationships>
</file>

<file path=ppt/slides/_rels/slide4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3.xml"/></Relationships>
</file>

<file path=ppt/slides/_rels/slide4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4.xml"/></Relationships>
</file>

<file path=ppt/slides/_rels/slide4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5.xml"/></Relationships>
</file>

<file path=ppt/slides/_rels/slide4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6.xml"/></Relationships>
</file>

<file path=ppt/slides/_rels/slide4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7.xml"/></Relationships>
</file>

<file path=ppt/slides/_rels/slide4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8.xml"/></Relationships>
</file>

<file path=ppt/slides/_rels/slide4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9.xml"/></Relationships>
</file>

<file path=ppt/slides/_rels/slide4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0.xml"/></Relationships>
</file>

<file path=ppt/slides/_rels/slide4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1.xml"/></Relationships>
</file>

<file path=ppt/slides/_rels/slide4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2.xml"/></Relationships>
</file>

<file path=ppt/slides/_rels/slide4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3.xml"/></Relationships>
</file>

<file path=ppt/slides/_rels/slide4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4.xml"/></Relationships>
</file>

<file path=ppt/slides/_rels/slide4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5.xml"/></Relationships>
</file>

<file path=ppt/slides/_rels/slide4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6.xml"/></Relationships>
</file>

<file path=ppt/slides/_rels/slide4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7.xml"/></Relationships>
</file>

<file path=ppt/slides/_rels/slide4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8.xml"/></Relationships>
</file>

<file path=ppt/slides/_rels/slide4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9.xml"/></Relationships>
</file>

<file path=ppt/slides/_rels/slide4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0.xml"/></Relationships>
</file>

<file path=ppt/slides/_rels/slide4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1.xml"/></Relationships>
</file>

<file path=ppt/slides/_rels/slide4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2.xml"/></Relationships>
</file>

<file path=ppt/slides/_rels/slide4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3.xml"/></Relationships>
</file>

<file path=ppt/slides/_rels/slide4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4.xml"/></Relationships>
</file>

<file path=ppt/slides/_rels/slide4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5.xml"/></Relationships>
</file>

<file path=ppt/slides/_rels/slide4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6.xml"/></Relationships>
</file>

<file path=ppt/slides/_rels/slide4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7.xml"/></Relationships>
</file>

<file path=ppt/slides/_rels/slide4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8.xml"/></Relationships>
</file>

<file path=ppt/slides/_rels/slide4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9.xml"/></Relationships>
</file>

<file path=ppt/slides/_rels/slide4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0.xml"/></Relationships>
</file>

<file path=ppt/slides/_rels/slide4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1.xml"/></Relationships>
</file>

<file path=ppt/slides/_rels/slide4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2.xml"/></Relationships>
</file>

<file path=ppt/slides/_rels/slide4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3.xml"/></Relationships>
</file>

<file path=ppt/slides/_rels/slide4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4.xml"/></Relationships>
</file>

<file path=ppt/slides/_rels/slide4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5.xml"/></Relationships>
</file>

<file path=ppt/slides/_rels/slide4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6.xml"/></Relationships>
</file>

<file path=ppt/slides/_rels/slide4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7.xml"/></Relationships>
</file>

<file path=ppt/slides/_rels/slide4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8.xml"/></Relationships>
</file>

<file path=ppt/slides/_rels/slide4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9.xml"/></Relationships>
</file>

<file path=ppt/slides/_rels/slide5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0.xml"/></Relationships>
</file>

<file path=ppt/slides/_rels/slide5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1.xml"/></Relationships>
</file>

<file path=ppt/slides/_rels/slide5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2.xml"/></Relationships>
</file>

<file path=ppt/slides/_rels/slide5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3.xml"/></Relationships>
</file>

<file path=ppt/slides/_rels/slide5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4.xml"/></Relationships>
</file>

<file path=ppt/slides/_rels/slide5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5.xml"/></Relationships>
</file>

<file path=ppt/slides/_rels/slide5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6.xml"/></Relationships>
</file>

<file path=ppt/slides/_rels/slide5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7.xml"/></Relationships>
</file>

<file path=ppt/slides/_rels/slide5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8.xml"/></Relationships>
</file>

<file path=ppt/slides/_rels/slide5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9.xml"/></Relationships>
</file>

<file path=ppt/slides/_rels/slide5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0.xml"/></Relationships>
</file>

<file path=ppt/slides/_rels/slide5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1.xml"/></Relationships>
</file>

<file path=ppt/slides/_rels/slide5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2.xml"/></Relationships>
</file>

<file path=ppt/slides/_rels/slide5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3.xml"/></Relationships>
</file>

<file path=ppt/slides/_rels/slide5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4.xml"/></Relationships>
</file>

<file path=ppt/slides/_rels/slide5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5.xml"/></Relationships>
</file>

<file path=ppt/slides/_rels/slide5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6.xml"/></Relationships>
</file>

<file path=ppt/slides/_rels/slide5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7.xml"/></Relationships>
</file>

<file path=ppt/slides/_rels/slide5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8.xml"/></Relationships>
</file>

<file path=ppt/slides/_rels/slide5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9.xml"/></Relationships>
</file>

<file path=ppt/slides/_rels/slide5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0.xml"/></Relationships>
</file>

<file path=ppt/slides/_rels/slide5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1.xml"/></Relationships>
</file>

<file path=ppt/slides/_rels/slide5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2.xml"/></Relationships>
</file>

<file path=ppt/slides/_rels/slide5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3.xml"/></Relationships>
</file>

<file path=ppt/slides/_rels/slide5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4.xml"/></Relationships>
</file>

<file path=ppt/slides/_rels/slide5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5.xml"/></Relationships>
</file>

<file path=ppt/slides/_rels/slide5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6.xml"/></Relationships>
</file>

<file path=ppt/slides/_rels/slide5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7.xml"/></Relationships>
</file>

<file path=ppt/slides/_rels/slide5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23444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 Dashboard</a:t>
            </a:r>
            <a:endParaRPr lang="en-US" sz="7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859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You’re here to learn my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Based Ranges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&amp; trade profitably starting tomorrow, right?</a:t>
            </a:r>
            <a:endParaRPr lang="en-US" sz="4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661922"/>
            <a:ext cx="7498080" cy="2208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Give me a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“YES”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 the chat if that sounds like you</a:t>
            </a:r>
            <a:endParaRPr lang="en-US" sz="4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339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I just showed you my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PnL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But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obviously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number on a screen doesn't mean much on its own…</a:t>
            </a:r>
            <a:endParaRPr lang="en-US" sz="4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That's why I wanted to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you where it actually came from…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859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Because nearly all of it came from the same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trade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at the same time of day, over and over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350008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Here's 3 of them:</a:t>
            </a:r>
            <a:endParaRPr lang="en-US" sz="5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56182"/>
            <a:ext cx="74980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Trade 1: Monday -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showing (created this box, takes out one side, I’m in)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366010"/>
            <a:ext cx="74980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Trade 2: Tuesday -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showing (created this box, takes out one side, I’m in)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75838"/>
            <a:ext cx="74980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Trade 3: Friday -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showing (created this box, takes out one side, I’m in)</a:t>
            </a:r>
            <a:endParaRPr lang="en-US" sz="2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didn’t just cherry pick some random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trades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</a:t>
            </a:r>
            <a:endParaRPr lang="en-US" sz="4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was all within [5] trading days, from [DATE to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]...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at the same window on the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clock</a:t>
            </a:r>
            <a:endParaRPr lang="en-US" sz="4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559052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window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what I call a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140964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Based Range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5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a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minute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I'll show you how I found them and HOW &amp; WHY it keeps working.</a:t>
            </a:r>
            <a:endParaRPr lang="en-US" sz="4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Now,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obviously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I’m not going to sit here &amp; tell you it works every single day.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859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Nobody knows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about the markets, and anyone who tells you otherwise is lying to you.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 can tell you is that my setup shows up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to 3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times a week…</a:t>
            </a:r>
            <a:endParaRPr lang="en-US" sz="4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that's been enough for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months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like these:</a:t>
            </a:r>
            <a:endParaRPr lang="en-US" sz="4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339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January - August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PNLs</a:t>
            </a:r>
            <a:endParaRPr lang="en-US" sz="5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if you’re asking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yourself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whether you can actually do it too…</a:t>
            </a:r>
            <a:endParaRPr lang="en-US" sz="4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339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Well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 it’s not just me…</a:t>
            </a:r>
            <a:endParaRPr lang="en-US" sz="5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23444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CASE STUDIES</a:t>
            </a:r>
            <a:endParaRPr lang="en-US" sz="8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859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honestly, they were all pretty much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exactly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like me after my first year or two of trading.</a:t>
            </a:r>
            <a:endParaRPr lang="en-US" sz="4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real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quick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in case you don't know me…</a:t>
            </a:r>
            <a:endParaRPr lang="en-US" sz="4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7419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My name's Rauf, I've been trading for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years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now, and I've made multiple 5 &amp; 6  figures from these markets…</a:t>
            </a:r>
            <a:endParaRPr lang="en-US" sz="3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64108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real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quick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in case you don't know me…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69948"/>
            <a:ext cx="749808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My name's Rauf, I've been trading for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years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now, and I've made multiple 7 figures from these markets…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323844"/>
            <a:ext cx="749808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Worked with hundreds of traders and helped them become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consistently profitable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too…</a:t>
            </a:r>
            <a:endParaRPr lang="en-US" sz="2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339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MASTERMIND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IMAGES…</a:t>
            </a:r>
            <a:endParaRPr lang="en-US" sz="5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7419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But a couple of years ago I was sat exactly where those guys were, and probably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exactly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where you are right now watching this.</a:t>
            </a:r>
            <a:endParaRPr lang="en-US" sz="3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661922"/>
            <a:ext cx="7498080" cy="2208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Months, of being inconsistent and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unprofitable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tried dozens of strategies, but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always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knew there was another way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But here's the part that actually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messed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me up.</a:t>
            </a:r>
            <a:endParaRPr lang="en-US" sz="4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one of those people had me believing it was my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psychology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2598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 I was the problem, and I just needed to fix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myself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339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that's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simply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not true.</a:t>
            </a:r>
            <a:endParaRPr lang="en-US" sz="5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7419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of that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inconsistency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came from the strategies they were teaching me, because those strategies had no real edge behind them.</a:t>
            </a:r>
            <a:endParaRPr lang="en-US" sz="3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mean, just think about it for a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second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661922"/>
            <a:ext cx="7498080" cy="2208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Psychology problems are really strategy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problems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859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Because what a good strategy actually does is take the big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decisions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away from you.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the market is telling you what to do, there's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left to be disciplined about.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79092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see A, you do B.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820924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see B, you do A.</a:t>
            </a:r>
            <a:endParaRPr lang="en-US" sz="5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that's exactly what my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based ranges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are, with real data behind them…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859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I'll show you Monday through Friday in a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second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you'll see it all come together.</a:t>
            </a:r>
            <a:endParaRPr lang="en-US" sz="4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the way I found it was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exactly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that.</a:t>
            </a:r>
            <a:endParaRPr lang="en-US" sz="4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basically started looking for something that actually repeats within the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Because that's all a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strategy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really is:</a:t>
            </a:r>
            <a:endParaRPr lang="en-US" sz="4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97964"/>
            <a:ext cx="74980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It's a bet you're making, because you believe the same thing is going to keep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happening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day after day.</a:t>
            </a:r>
            <a:endParaRPr lang="en-US" sz="3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661922"/>
            <a:ext cx="7498080" cy="2208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that became the only question that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mattered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me.</a:t>
            </a:r>
            <a:endParaRPr lang="en-US" sz="46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339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actually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repeats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5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23444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</a:t>
            </a:r>
            <a:endParaRPr lang="en-US" sz="13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859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have no idea what that next candle is going to do, but you know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exactly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when it prints.</a:t>
            </a:r>
            <a:endParaRPr lang="en-US" sz="4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 the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second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every day, forever.</a:t>
            </a:r>
            <a:endParaRPr lang="en-US" sz="46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339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people work to a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schedule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5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859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works in the same way, because the same people keep showing up at the same times.</a:t>
            </a:r>
            <a:endParaRPr lang="en-US" sz="4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060704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bond market opens at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8:20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 the morning.</a:t>
            </a:r>
            <a:endParaRPr lang="en-US" sz="4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060704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bond market opens at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8:20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 the morning.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670048"/>
            <a:ext cx="749808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8:00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060704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bond market opens at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8:20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 the morning.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670048"/>
            <a:ext cx="749808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8:00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735324"/>
            <a:ext cx="749808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8:20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Somebody decided that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decades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ago and it hasn't moved since.</a:t>
            </a:r>
            <a:endParaRPr lang="en-US" sz="4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859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that's all a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based range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really is… A window where the same thing keeps happening.</a:t>
            </a:r>
            <a:endParaRPr lang="en-US" sz="4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Instead of reacting to the market you can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predict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it before it even happens..</a:t>
            </a:r>
            <a:endParaRPr lang="en-US" sz="4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859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that's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exactly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why it fixed the psychology problem that was never a psychology problem.</a:t>
            </a:r>
            <a:endParaRPr lang="en-US" sz="4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tells me what to do now.</a:t>
            </a:r>
            <a:endParaRPr lang="en-US" sz="46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661922"/>
            <a:ext cx="7498080" cy="2208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There's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left for me to be disciplined about.</a:t>
            </a:r>
            <a:endParaRPr lang="en-US" sz="46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79092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Makes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sense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820924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Put a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yes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 the chat.</a:t>
            </a:r>
            <a:endParaRPr lang="en-US" sz="5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23468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let’s get into it, here’s what we’ll be covering in the next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minutes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endParaRPr lang="en-US" sz="28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23468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let’s get into it, here’s what we’ll be covering in the next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minutes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085340"/>
            <a:ext cx="523976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420088" y="2085340"/>
            <a:ext cx="6900952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of my best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based ranges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down to the exact minute, so you can go and use them tomorrow morning.</a:t>
            </a:r>
            <a:endParaRPr lang="en-US" sz="13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23468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let’s get into it, here’s what we’ll be covering in the next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minutes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085340"/>
            <a:ext cx="523976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420088" y="2085340"/>
            <a:ext cx="6900952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of my best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based ranges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down to the exact minute, so you can go and use them tomorrow morning.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00020"/>
            <a:ext cx="523976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20088" y="2700020"/>
            <a:ext cx="6900952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predict where the market's going that day, by letting the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it for you.</a:t>
            </a:r>
            <a:endParaRPr lang="en-US" sz="13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23468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let’s get into it, here’s what we’ll be covering in the next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minutes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085340"/>
            <a:ext cx="523976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420088" y="2085340"/>
            <a:ext cx="6900952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of my best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based ranges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down to the exact minute, so you can go and use them tomorrow morning.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00020"/>
            <a:ext cx="523976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20088" y="2700020"/>
            <a:ext cx="6900952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predict where the market's going that day, by letting the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it for you.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14700"/>
            <a:ext cx="523976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20088" y="3314700"/>
            <a:ext cx="6900952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Exactly where to buy, including the entries I take most often, right down to which single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candle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on your chart it is.</a:t>
            </a:r>
            <a:endParaRPr lang="en-US" sz="13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23468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let’s get into it, here’s what we’ll be covering in the next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minutes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085340"/>
            <a:ext cx="523976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420088" y="2085340"/>
            <a:ext cx="6900952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of my best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based ranges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down to the exact minute, so you can go and use them tomorrow morning.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00020"/>
            <a:ext cx="523976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20088" y="2700020"/>
            <a:ext cx="6900952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predict where the market's going that day, by letting the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it for you.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14700"/>
            <a:ext cx="523976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20088" y="3314700"/>
            <a:ext cx="6900952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Exactly where to buy, including the entries I take most often, right down to which single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candle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on your chart it is.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929380"/>
            <a:ext cx="523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20088" y="3929380"/>
            <a:ext cx="6900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your stop goes, when to move it, and when to take your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money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23468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let’s get into it, here’s what we’ll be covering in the next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minutes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085340"/>
            <a:ext cx="523976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420088" y="2085340"/>
            <a:ext cx="6900952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of my best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based ranges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down to the exact minute, so you can go and use them tomorrow morning.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00020"/>
            <a:ext cx="523976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20088" y="2700020"/>
            <a:ext cx="6900952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predict where the market's going that day, by letting the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it for you.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14700"/>
            <a:ext cx="523976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20088" y="3314700"/>
            <a:ext cx="6900952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Exactly where to buy, including the entries I take most often, right down to which single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candle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on your chart it is.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929380"/>
            <a:ext cx="523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20088" y="3929380"/>
            <a:ext cx="6900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your stop goes, when to move it, and when to take your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money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414012"/>
            <a:ext cx="523976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20088" y="4414012"/>
            <a:ext cx="6900952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Multiple full trades from start to finish, so you can see that the same thing keeps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happening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over and over and over and over again.</a:t>
            </a:r>
            <a:endParaRPr lang="en-US" sz="13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7419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My goal today is to give you everything you need to go ahead and execute my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TBR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consistently starting tomorrow.</a:t>
            </a:r>
            <a:endParaRPr lang="en-US" sz="3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859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of course, help you make a shit ton of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money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just like all these people have:</a:t>
            </a:r>
            <a:endParaRPr lang="en-US" sz="4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339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TESTIMONIAL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SCREENSHOTS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DUMP</a:t>
            </a:r>
            <a:endParaRPr lang="en-US" sz="52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Now, I have a little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request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you:</a:t>
            </a:r>
            <a:endParaRPr lang="en-US" sz="46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97964"/>
            <a:ext cx="74980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Everyone you just saw paid me thousands to learn what I'm about to share with you today...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free</a:t>
            </a:r>
            <a:endParaRPr lang="en-US" sz="32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It’s a well-known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psychological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principle:</a:t>
            </a:r>
            <a:endParaRPr lang="en-US" sz="46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people pay, they pay more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attention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350008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here’s the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deal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</a:t>
            </a:r>
            <a:endParaRPr lang="en-US" sz="5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661922"/>
            <a:ext cx="7498080" cy="2208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Pretend you just paid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$5,000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this Live Training.</a:t>
            </a:r>
            <a:endParaRPr lang="en-US" sz="46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7419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Because the insights I’m about to share are worth at least that… if you actually pay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attention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use them.</a:t>
            </a:r>
            <a:endParaRPr lang="en-US" sz="32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350008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Sound fair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enough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52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339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Put a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“Yes”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 the chat</a:t>
            </a:r>
            <a:endParaRPr lang="en-US" sz="52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859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put away your phone, grab a notebook and take notes... we're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covering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 lot today</a:t>
            </a:r>
            <a:endParaRPr lang="en-US" sz="40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I’m now going to show you how this model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step by step…</a:t>
            </a:r>
            <a:endParaRPr lang="en-US" sz="4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Then I’ll make you an offer at the end to help you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implement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it.</a:t>
            </a:r>
            <a:endParaRPr lang="en-US" sz="4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23444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Sound good?</a:t>
            </a:r>
            <a:endParaRPr lang="en-US" sz="88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23444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Let’s dive in…</a:t>
            </a:r>
            <a:endParaRPr lang="en-US" sz="82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785876"/>
            <a:ext cx="60723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1-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503349" y="785876"/>
            <a:ext cx="6817691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BASED RANGES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— when you mark your levels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09572"/>
            <a:ext cx="60723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2-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503349" y="1909572"/>
            <a:ext cx="6817691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BIAS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— which way you're trading today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33268"/>
            <a:ext cx="60723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3-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503349" y="3033268"/>
            <a:ext cx="6817691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ENTRY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— where you buy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750564"/>
            <a:ext cx="60723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4-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503349" y="3750564"/>
            <a:ext cx="6817691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EXIT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— where you get out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467860"/>
            <a:ext cx="60723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5-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1503349" y="4467860"/>
            <a:ext cx="6817691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FULL TRADE — all of it on one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chart</a:t>
            </a:r>
            <a:endParaRPr lang="en-US" sz="25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45720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indent="0" marL="0">
              <a:buNone/>
            </a:pPr>
            <a:r>
              <a:rPr lang="en-US" sz="110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017520"/>
            <a:ext cx="7406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TIME BASED RANGES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04672" y="566928"/>
            <a:ext cx="21945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5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8562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just showed you that we’re working based on specific time windows and ranges within the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markets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</a:t>
            </a:r>
            <a:endParaRPr lang="en-US" sz="32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8562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I've got a number of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based ranges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and today I'm leaking 2 of them since you're live with me…</a:t>
            </a:r>
            <a:endParaRPr lang="en-US" sz="32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for New York, one for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London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002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rest are reserved for my private students who sign an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NDA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so those stay with me.</a:t>
            </a:r>
            <a:endParaRPr lang="en-US" sz="40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But every single one of them sits inside something called a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dealing range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before I give you the times, I have to show you how I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find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those.</a:t>
            </a:r>
            <a:endParaRPr lang="en-US" sz="4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002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dealing range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just the space between a significant swing high and a swing low…</a:t>
            </a:r>
            <a:endParaRPr lang="en-US" sz="4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a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swing high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low simply means a point where the market turned around.</a:t>
            </a:r>
            <a:endParaRPr lang="en-US" sz="40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45720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1100" dirty="0"/>
          </a:p>
        </p:txBody>
      </p:sp>
      <p:pic>
        <p:nvPicPr>
          <p:cNvPr id="9" name="Image 0" descr="fu/ppt/media/image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" y="1088136"/>
            <a:ext cx="4160520" cy="3621024"/>
          </a:xfrm>
          <a:prstGeom prst="rect">
            <a:avLst/>
          </a:prstGeom>
        </p:spPr>
      </p:pic>
      <p:pic>
        <p:nvPicPr>
          <p:cNvPr id="10" name="Image 1" descr="fu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6864" y="1216152"/>
            <a:ext cx="4242816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705356"/>
            <a:ext cx="749808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this was the low that pushed the market higher, and this was the high that pushed the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lower.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59252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Draw a line at each, and automatically that becomes a range to the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8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769364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That's it, </a:t>
            </a:r>
            <a:pPr indent="0" marL="0">
              <a:buNone/>
            </a:pPr>
            <a:r>
              <a:rPr lang="en-US" sz="3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super</a:t>
            </a:r>
            <a:pPr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easy.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455164"/>
            <a:ext cx="74980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why does that actually matter? Because of what sits above and below those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lines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32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45720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1100" dirty="0"/>
          </a:p>
        </p:txBody>
      </p:sp>
      <p:pic>
        <p:nvPicPr>
          <p:cNvPr id="9" name="Image 0" descr="fu/ppt/media/image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6504" y="667512"/>
            <a:ext cx="5632704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458468"/>
            <a:ext cx="74980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 order is just you telling the market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"if price gets here, I'm in"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...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92324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</a:t>
            </a:r>
            <a:pPr indent="0" marL="0">
              <a:buNone/>
            </a:pPr>
            <a:r>
              <a:rPr lang="en-US" sz="3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</a:t>
            </a:r>
            <a:pPr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it…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278124"/>
            <a:ext cx="74980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walk away, and it fires by itself when price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arrives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32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577340"/>
            <a:ext cx="7498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everyone looking at this chart can see that high and that low, same as you can, so they all leave their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orders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 roughly the same place.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287268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Which means there's a stack of them sat right there, waiting to get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filled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8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85416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That's all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liquidity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means…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935224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Orders waiting to get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filled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002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the market doesn't move to random places, it moves to where those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are.</a:t>
            </a:r>
            <a:endParaRPr lang="en-US" sz="4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12264"/>
            <a:ext cx="74980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Now, those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lines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still don't tell you when any of it happens, because that box could be days wide.</a:t>
            </a:r>
            <a:endParaRPr lang="en-US" sz="32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776222"/>
            <a:ext cx="7498080" cy="2208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that's exactly where my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based ranges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come in.</a:t>
            </a:r>
            <a:endParaRPr lang="en-US" sz="46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23444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TESTIMONIALS</a:t>
            </a:r>
            <a:endParaRPr lang="en-US" sz="130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here are the times for 2 of them,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free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257300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London range —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1:12-2:12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EST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839212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York —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8:12-9:12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EST</a:t>
            </a:r>
            <a:endParaRPr lang="en-US" sz="52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I'll work in New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York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today, because that's the one most of you can be awake for.</a:t>
            </a:r>
            <a:endParaRPr lang="en-US" sz="4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45720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1100" dirty="0"/>
          </a:p>
        </p:txBody>
      </p:sp>
      <p:pic>
        <p:nvPicPr>
          <p:cNvPr id="9" name="Image 0" descr="fu/ppt/media/image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456" y="1463040"/>
            <a:ext cx="4361688" cy="2834640"/>
          </a:xfrm>
          <a:prstGeom prst="rect">
            <a:avLst/>
          </a:prstGeom>
        </p:spPr>
      </p:pic>
      <p:pic>
        <p:nvPicPr>
          <p:cNvPr id="10" name="Image 1" descr="fu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9664" y="886968"/>
            <a:ext cx="5312664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057400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8:12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it starts, 9:12 it's done.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79192"/>
            <a:ext cx="74980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High there, low there. 2 more lines, and that's your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based range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32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here's the rule that connects the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boxes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and it's the only rule in this step.</a:t>
            </a:r>
            <a:endParaRPr lang="en-US" sz="40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want to see my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based range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form INSIDE the dealing range…</a:t>
            </a:r>
            <a:endParaRPr lang="en-US" sz="40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it hasn’t, I’m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waiting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(A+ setup)</a:t>
            </a:r>
            <a:endParaRPr lang="en-US" sz="46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776222"/>
            <a:ext cx="7498080" cy="2208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Because remember what the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dealing range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gave you…</a:t>
            </a:r>
            <a:endParaRPr lang="en-US" sz="46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776222"/>
            <a:ext cx="7498080" cy="2208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stack of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orders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at the top and a stack at the bottom.</a:t>
            </a:r>
            <a:endParaRPr lang="en-US" sz="46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002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my hour forms inside it, both of those stacks are still sitting there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untouched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</a:t>
            </a:r>
            <a:endParaRPr lang="en-US" sz="40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002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Which means there's something above me to go and take, and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something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below me to go and take.</a:t>
            </a:r>
            <a:endParaRPr lang="en-US" sz="40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464308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That's the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trade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52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93392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Makes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sense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5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935224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Put a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yes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 the chat.</a:t>
            </a:r>
            <a:endParaRPr lang="en-US" sz="52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84248"/>
            <a:ext cx="749808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now you've got a box inside a box, and between them they tell you where the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orders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are and when the market's going to go for them.</a:t>
            </a:r>
            <a:endParaRPr lang="en-US" sz="28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But neither one tells you which way the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actually going…</a:t>
            </a:r>
            <a:endParaRPr lang="en-US" sz="40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let's get into step 2, the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bias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….</a:t>
            </a:r>
            <a:endParaRPr lang="en-US" sz="46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1005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08070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871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7311090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1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TIME BASED RANGES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We’ll just let the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tell us where it’s headed.</a:t>
            </a:r>
            <a:endParaRPr lang="en-US" sz="46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45720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indent="0" marL="0">
              <a:buNone/>
            </a:pPr>
            <a:r>
              <a:rPr lang="en-US" sz="110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017520"/>
            <a:ext cx="7406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BIAS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04672" y="566928"/>
            <a:ext cx="21945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50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8562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we've got our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boxes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and they tell us where the orders are and when the market's going to go for them.</a:t>
            </a:r>
            <a:endParaRPr lang="en-US" sz="32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776222"/>
            <a:ext cx="7498080" cy="2208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they don't tell us yet is which way we're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trading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8562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this is the part everyone assumes is the hard part, because everybody will tell you that you can't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predict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market.</a:t>
            </a:r>
            <a:endParaRPr lang="en-US" sz="32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464308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That's not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true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...</a:t>
            </a:r>
            <a:endParaRPr lang="en-US" sz="52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Predicting is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exactly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what we're doing here… it's the whole point.</a:t>
            </a:r>
            <a:endParaRPr lang="en-US" sz="40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difference is WHAT you're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predicting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from.</a:t>
            </a:r>
            <a:endParaRPr lang="en-US" sz="46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 traders just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predict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from an opinion…</a:t>
            </a:r>
            <a:endParaRPr lang="en-US" sz="46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8562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They check the news, glance at a higher timeframe, decide the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feels bearish, and hope they're right.</a:t>
            </a:r>
            <a:endParaRPr lang="en-US" sz="32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0482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That's not a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prediction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52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That's a guess with a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nicer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word on it.</a:t>
            </a:r>
            <a:endParaRPr lang="en-US" sz="46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005840"/>
            <a:ext cx="74980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here's what that actually looked like on a normal day a </a:t>
            </a:r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couple</a:t>
            </a:r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of years ago:</a:t>
            </a:r>
            <a:endParaRPr lang="en-US" sz="15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005840"/>
            <a:ext cx="74980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here's what that actually looked like on a normal day a </a:t>
            </a:r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couple</a:t>
            </a:r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of years ago: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815084"/>
            <a:ext cx="7498080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 spikes</a:t>
            </a:r>
            <a:endParaRPr lang="en-US" sz="170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005840"/>
            <a:ext cx="74980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here's what that actually looked like on a normal day a </a:t>
            </a:r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couple</a:t>
            </a:r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of years ago: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815084"/>
            <a:ext cx="7498080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 spikes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416302"/>
            <a:ext cx="7498080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buy</a:t>
            </a:r>
            <a:endParaRPr lang="en-US" sz="17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005840"/>
            <a:ext cx="74980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here's what that actually looked like on a normal day a </a:t>
            </a:r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couple</a:t>
            </a:r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of years ago: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815084"/>
            <a:ext cx="7498080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 spikes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416302"/>
            <a:ext cx="7498080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buy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017520"/>
            <a:ext cx="7498080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reverses</a:t>
            </a:r>
            <a:endParaRPr lang="en-US" sz="17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005840"/>
            <a:ext cx="74980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here's what that actually looked like on a normal day a </a:t>
            </a:r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couple</a:t>
            </a:r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of years ago: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815084"/>
            <a:ext cx="7498080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 spikes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416302"/>
            <a:ext cx="7498080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buy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017520"/>
            <a:ext cx="7498080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reverses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618738"/>
            <a:ext cx="7498080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Stops</a:t>
            </a:r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you out</a:t>
            </a:r>
            <a:endParaRPr lang="en-US" sz="170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005840"/>
            <a:ext cx="74980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here's what that actually looked like on a normal day a </a:t>
            </a:r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couple</a:t>
            </a:r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of years ago: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815084"/>
            <a:ext cx="7498080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 spikes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416302"/>
            <a:ext cx="7498080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buy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017520"/>
            <a:ext cx="7498080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reverses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618738"/>
            <a:ext cx="7498080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Stops</a:t>
            </a:r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you out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219956"/>
            <a:ext cx="74980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You're annoyed, so you flip and </a:t>
            </a:r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sell</a:t>
            </a:r>
            <a:endParaRPr lang="en-US" sz="15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005840"/>
            <a:ext cx="74980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here's what that actually looked like on a normal day a </a:t>
            </a:r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couple</a:t>
            </a:r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of years ago: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815084"/>
            <a:ext cx="7498080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 spikes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416302"/>
            <a:ext cx="7498080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buy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017520"/>
            <a:ext cx="7498080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reverses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618738"/>
            <a:ext cx="7498080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Stops</a:t>
            </a:r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you out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219956"/>
            <a:ext cx="74980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You're annoyed, so you flip and </a:t>
            </a:r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sell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789170"/>
            <a:ext cx="7498080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it </a:t>
            </a:r>
            <a:pPr indent="0" marL="0">
              <a:buNone/>
            </a:pPr>
            <a:r>
              <a:rPr lang="en-US" sz="17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reverses</a:t>
            </a:r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again</a:t>
            </a:r>
            <a:endParaRPr lang="en-US" sz="170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93392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Anyone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done that?</a:t>
            </a:r>
            <a:endParaRPr lang="en-US" sz="5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935224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Put a 1 in the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chat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52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002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problem is you're picking a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direction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 the most violent 30 seconds of the session…</a:t>
            </a:r>
            <a:endParaRPr lang="en-US" sz="400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With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 front of you to base it on.</a:t>
            </a:r>
            <a:endParaRPr lang="en-US" sz="46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002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Long or short… Biggest decision of your day, and you're making it under that kind of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pressure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00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Nobody gets that right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consistently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545336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we don't pick a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direction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at all…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935224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 let the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pick it for us.</a:t>
            </a:r>
            <a:endParaRPr lang="en-US" sz="4000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12264"/>
            <a:ext cx="74980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Because before the market can go anywhere, it has to go and collect the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orders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sitting on one side first.</a:t>
            </a:r>
            <a:endParaRPr lang="en-US" sz="3200" dirty="0"/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002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you already know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exactly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where those orders are, because you marked them in step 1.</a:t>
            </a:r>
            <a:endParaRPr lang="en-US" sz="4000" dirty="0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8562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the market walks into one of your boxes, and the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second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it does, it's told you which way you're going.</a:t>
            </a:r>
            <a:endParaRPr lang="en-US" sz="3200" dirty="0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002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by the end of this section you'll sit down at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9:29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tomorrow, watch one thing happen…</a:t>
            </a:r>
            <a:endParaRPr lang="en-US" sz="4000" dirty="0"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776222"/>
            <a:ext cx="7498080" cy="2208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know whether you're a buyer or a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seller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today.</a:t>
            </a:r>
            <a:endParaRPr lang="en-US" sz="4600" dirty="0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23444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Sounds good?</a:t>
            </a:r>
            <a:endParaRPr lang="en-US" sz="7600" dirty="0"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312672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Now, 2 things have to happen, and they happen in this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800" dirty="0"/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312672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Now, 2 things have to happen, and they happen in this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74544"/>
            <a:ext cx="57762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1-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1473733" y="2574544"/>
            <a:ext cx="6847307" cy="845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side of your </a:t>
            </a:r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based range</a:t>
            </a:r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gets taken… that's your bias</a:t>
            </a:r>
            <a:endParaRPr lang="en-US" sz="2600" dirty="0"/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312672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Now, 2 things have to happen, and they happen in this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74544"/>
            <a:ext cx="57762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1-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1473733" y="2574544"/>
            <a:ext cx="6847307" cy="845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side of your </a:t>
            </a:r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based range</a:t>
            </a:r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gets taken… that's your bias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730752"/>
            <a:ext cx="57762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2-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1473733" y="3730752"/>
            <a:ext cx="6847307" cy="845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Then the </a:t>
            </a:r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dealing range</a:t>
            </a:r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extreme has to go too</a:t>
            </a:r>
            <a:endParaRPr lang="en-US" sz="260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 start with the inner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box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because that's the one that gets hit first.</a:t>
            </a:r>
            <a:endParaRPr lang="en-US" sz="4000" dirty="0"/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45720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1100" dirty="0"/>
          </a:p>
        </p:txBody>
      </p:sp>
      <p:pic>
        <p:nvPicPr>
          <p:cNvPr id="9" name="Image 0" descr="fu/ppt/media/image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8488" y="566928"/>
            <a:ext cx="5897880" cy="4261104"/>
          </a:xfrm>
          <a:prstGeom prst="rect">
            <a:avLst/>
          </a:prstGeom>
        </p:spPr>
      </p:pic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426464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 take out the high, and automatically my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bias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bearish.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432304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 take out the low, and automatically my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bias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bullish.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438144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here, the low goes… which means I'm a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buyer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800" dirty="0"/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reason behind it is pretty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simple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endParaRPr lang="en-US" sz="4600" dirty="0"/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Remember what we said is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sitting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below that low?</a:t>
            </a:r>
            <a:endParaRPr lang="en-US" sz="4600" dirty="0"/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002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stack of sell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from people selling the breakdown and people getting stopped out.</a:t>
            </a:r>
            <a:endParaRPr lang="en-US" sz="4000" dirty="0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Now, if you wanted to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buy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 big position, where would you go?</a:t>
            </a:r>
            <a:endParaRPr lang="en-US" sz="4000" dirty="0"/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12264"/>
            <a:ext cx="74980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You'd go to where the sellers are, because you can't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buy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anything unless somebody is selling it to you.</a:t>
            </a:r>
            <a:endParaRPr lang="en-US" sz="3200" dirty="0"/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45720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1100" dirty="0"/>
          </a:p>
        </p:txBody>
      </p:sp>
      <p:pic>
        <p:nvPicPr>
          <p:cNvPr id="9" name="Image 0" descr="fu/ppt/media/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" y="768096"/>
            <a:ext cx="8769096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545336"/>
            <a:ext cx="74980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price dips below the low, all those sell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orders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go off at once, somebody buys the lot…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91256"/>
            <a:ext cx="74980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now they've got what they came for, so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price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goes up.</a:t>
            </a:r>
            <a:endParaRPr lang="en-US" sz="3200" dirty="0"/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23444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That's it.</a:t>
            </a:r>
            <a:endParaRPr lang="en-US" sz="13000" dirty="0"/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0482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That's the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whole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thing.</a:t>
            </a:r>
            <a:endParaRPr lang="en-US" sz="5200" dirty="0"/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dip wasn't the move… the dip was somebody getting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filled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000" dirty="0"/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think about how many of your losing trades that just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explained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000" dirty="0"/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sold the low &amp; it went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straight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back up</a:t>
            </a:r>
            <a:endParaRPr lang="en-US" sz="4600" dirty="0"/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776222"/>
            <a:ext cx="7498080" cy="2208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bought the high and it went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straight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back down.</a:t>
            </a:r>
            <a:endParaRPr lang="en-US" sz="4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weren't unlucky, you were just on the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wrong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side of it…</a:t>
            </a:r>
            <a:endParaRPr lang="en-US" sz="4000" dirty="0"/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776222"/>
            <a:ext cx="7498080" cy="2208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9 times out of 10, you become the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liquidity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776222"/>
            <a:ext cx="7498080" cy="2208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2- Then the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dealing range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extreme has to go too.</a:t>
            </a:r>
            <a:endParaRPr lang="en-US" sz="4600" dirty="0"/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Now, the inner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TBR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box on its own isn't enough.</a:t>
            </a:r>
            <a:endParaRPr lang="en-US" sz="4600" dirty="0"/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Remember the outer box, the one we drew first? The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Dealing range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4000" dirty="0"/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0482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 has to get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taken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as well.</a:t>
            </a:r>
            <a:endParaRPr lang="en-US" sz="5200" dirty="0"/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45720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1100" dirty="0"/>
          </a:p>
        </p:txBody>
      </p:sp>
      <p:pic>
        <p:nvPicPr>
          <p:cNvPr id="9" name="Image 0" descr="fu/ppt/media/imag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40664"/>
            <a:ext cx="914400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pic>
        <p:nvPicPr>
          <p:cNvPr id="8" name="Image 0" descr="fu/ppt/media/image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" y="740664"/>
            <a:ext cx="9052560" cy="4187952"/>
          </a:xfrm>
          <a:prstGeom prst="rect">
            <a:avLst/>
          </a:prstGeom>
        </p:spPr>
      </p:pic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115568"/>
            <a:ext cx="74980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There's the high of my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based range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going… that's the inner box.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025396"/>
            <a:ext cx="749808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you don't just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sell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blindly there.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35174"/>
            <a:ext cx="749808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wait for the market to run above the extreme of the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dealing range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as well, the outer box.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845052"/>
            <a:ext cx="74980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Once it runs that high, then you can trust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selling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setups.</a:t>
            </a:r>
            <a:endParaRPr lang="en-US" sz="2500" dirty="0"/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464308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levels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swept…</a:t>
            </a:r>
            <a:endParaRPr lang="en-US" sz="5200" dirty="0"/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464308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call that a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break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</a:t>
            </a:r>
            <a:endParaRPr lang="en-US" sz="5200" dirty="0"/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once one has gone, you know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exactly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where you're headed.</a:t>
            </a:r>
            <a:endParaRPr lang="en-US" sz="4000" dirty="0"/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464308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opposing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end.</a:t>
            </a:r>
            <a:endParaRPr lang="en-US" sz="5200" dirty="0"/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45720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1100" dirty="0"/>
          </a:p>
        </p:txBody>
      </p:sp>
      <p:pic>
        <p:nvPicPr>
          <p:cNvPr id="9" name="Image 0" descr="fu/ppt/media/image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713232"/>
            <a:ext cx="9144000" cy="4242816"/>
          </a:xfrm>
          <a:prstGeom prst="rect">
            <a:avLst/>
          </a:prstGeom>
        </p:spPr>
      </p:pic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81737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Sweep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one side, trade to the other side.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207258"/>
            <a:ext cx="749808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That's the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trade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002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now this is where I'm going to do something nobody else in this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industry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does.</a:t>
            </a:r>
            <a:endParaRPr lang="en-US" sz="4000" dirty="0"/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002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Because every guru online tells you their system works, and then shows you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</a:t>
            </a:r>
            <a:endParaRPr lang="en-US" sz="4000" dirty="0"/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just have to take their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word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it.</a:t>
            </a:r>
            <a:endParaRPr lang="en-US" sz="4600" dirty="0"/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002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I'm not going to do that, I’ll show you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3rd party data so you can see for yourself.</a:t>
            </a:r>
            <a:endParaRPr lang="en-US" sz="4000" dirty="0"/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041398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endParaRPr lang="en-US" sz="5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983230"/>
            <a:ext cx="749808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https://www.youtube.com/watch?v=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EkdQowvRwRU</a:t>
            </a:r>
            <a:endParaRPr lang="en-US" sz="4600" dirty="0"/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think about what just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changed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Instead of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“trying to fix your psychology”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...</a:t>
            </a:r>
            <a:endParaRPr lang="en-US" sz="4600" dirty="0"/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took away the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guesswork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you.</a:t>
            </a:r>
            <a:endParaRPr lang="en-US" sz="4600" dirty="0"/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You've got your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boxes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you've got your direction, and you've got your target.</a:t>
            </a:r>
            <a:endParaRPr lang="en-US" sz="4000" dirty="0"/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just look at it and can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predict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where the market’s headed.</a:t>
            </a:r>
            <a:endParaRPr lang="en-US" sz="4000" dirty="0"/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BUT… there's one thing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missing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 a price.</a:t>
            </a:r>
            <a:endParaRPr lang="en-US" sz="4600" dirty="0"/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Because knowing the market’s going to go up or down isn’t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enough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</a:t>
            </a:r>
            <a:endParaRPr lang="en-US" sz="4000" dirty="0"/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still have to actually get in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somewhere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right?</a:t>
            </a:r>
            <a:endParaRPr lang="en-US" sz="4600" dirty="0"/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513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4298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227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600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2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BIAS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that’s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exactly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what we’ll be covering now, in step 3:</a:t>
            </a:r>
            <a:endParaRPr lang="en-US" sz="4000" dirty="0"/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45720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indent="0" marL="0">
              <a:buNone/>
            </a:pPr>
            <a:r>
              <a:rPr lang="en-US" sz="110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017520"/>
            <a:ext cx="7406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ENTRY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04672" y="566928"/>
            <a:ext cx="21945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5000" dirty="0"/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005840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here's where we are.</a:t>
            </a:r>
            <a:endParaRPr lang="en-US" sz="3200" dirty="0"/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005840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here's where we are.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847088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My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range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low went.</a:t>
            </a:r>
            <a:endParaRPr lang="en-US" sz="3200" dirty="0"/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005840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here's where we are.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847088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My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range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low went.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88336"/>
            <a:ext cx="7498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dealing range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low went.</a:t>
            </a:r>
            <a:endParaRPr lang="en-US" sz="2800" dirty="0"/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005840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here's where we are.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847088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My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range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low went.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88336"/>
            <a:ext cx="7498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dealing range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low went.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465576"/>
            <a:ext cx="7498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wants to go up.</a:t>
            </a:r>
            <a:endParaRPr lang="en-US" sz="2800" dirty="0"/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005840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here's where we are.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847088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My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range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low went.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88336"/>
            <a:ext cx="7498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dealing range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low went.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465576"/>
            <a:ext cx="7498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wants to go up.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242816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Here's the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3200" dirty="0"/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45720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1100" dirty="0"/>
          </a:p>
        </p:txBody>
      </p:sp>
      <p:pic>
        <p:nvPicPr>
          <p:cNvPr id="9" name="Image 0" descr="fu/ppt/media/image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31720" y="521208"/>
            <a:ext cx="4590288" cy="4379976"/>
          </a:xfrm>
          <a:prstGeom prst="rect">
            <a:avLst/>
          </a:prstGeom>
        </p:spPr>
      </p:pic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426464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Right now, on my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screen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it is still going down.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432304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know it's going up… And it's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falling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 front of me.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438144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I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buy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here I get stopped out, and then it goes up without me.</a:t>
            </a:r>
            <a:endParaRPr lang="en-US" sz="2800" dirty="0"/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464308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step 3 is one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job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</a:t>
            </a:r>
            <a:endParaRPr lang="en-US" sz="5200" dirty="0"/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002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Finding the moment it actually stops going down and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starts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going up - vice versa.</a:t>
            </a:r>
            <a:endParaRPr lang="en-US" sz="4000" dirty="0"/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23444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reversal.</a:t>
            </a:r>
            <a:endParaRPr lang="en-US" sz="8800" dirty="0"/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71320"/>
            <a:ext cx="74980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that we just need to answer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questions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endParaRPr lang="en-US" sz="3200" dirty="0"/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71320"/>
            <a:ext cx="74980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that we just need to answer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questions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61208"/>
            <a:ext cx="577621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1-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1473733" y="3061208"/>
            <a:ext cx="6847307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Has it </a:t>
            </a:r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turned</a:t>
            </a:r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yet?</a:t>
            </a:r>
            <a:endParaRPr lang="en-US" sz="2600" dirty="0"/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71320"/>
            <a:ext cx="74980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that we just need to answer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questions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61208"/>
            <a:ext cx="577621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1-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1473733" y="3061208"/>
            <a:ext cx="6847307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Has it </a:t>
            </a:r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turned</a:t>
            </a:r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yet?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794760"/>
            <a:ext cx="577621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2-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1473733" y="3794760"/>
            <a:ext cx="6847307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</a:t>
            </a:r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exactly</a:t>
            </a:r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I buy?</a:t>
            </a:r>
            <a:endParaRPr lang="en-US" sz="2600" dirty="0"/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12264"/>
            <a:ext cx="74980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 know when the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reverses, you first have to know what it looks like while it's still going.</a:t>
            </a:r>
            <a:endParaRPr lang="en-US" sz="3200" dirty="0"/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45720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1100" dirty="0"/>
          </a:p>
        </p:txBody>
      </p:sp>
      <p:pic>
        <p:nvPicPr>
          <p:cNvPr id="9" name="Image 0" descr="fu/ppt/media/image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73152" y="384048"/>
            <a:ext cx="935431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18488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 close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candle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Then another one lower. Then another one lower.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24328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While a market's falling, every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candle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keeps closing below the last.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30168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That's what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falling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is.</a:t>
            </a:r>
            <a:endParaRPr lang="en-US" sz="3200" dirty="0"/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the turn is when that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stops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45720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1100" dirty="0"/>
          </a:p>
        </p:txBody>
      </p:sp>
      <p:pic>
        <p:nvPicPr>
          <p:cNvPr id="9" name="Image 0" descr="fu/ppt/media/image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56616"/>
            <a:ext cx="914400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490472"/>
            <a:ext cx="74980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down close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candles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 there, there, there.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24328"/>
            <a:ext cx="74980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then this one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closes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above all 3 of them.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758184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candle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just undid three…</a:t>
            </a:r>
            <a:endParaRPr lang="en-US" sz="3200" dirty="0"/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746504"/>
            <a:ext cx="74980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thing that was happening has stopped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happening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880360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call this my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candle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rotation...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502152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That's delivery being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shifted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3200" dirty="0"/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776222"/>
            <a:ext cx="7498080" cy="2208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I want a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second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opinion, from a bigger timeframe…</a:t>
            </a:r>
            <a:endParaRPr lang="en-US" sz="4600" dirty="0"/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776222"/>
            <a:ext cx="7498080" cy="2208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minute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chart can show you whats not there</a:t>
            </a:r>
            <a:endParaRPr lang="en-US" sz="4600" dirty="0"/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45720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1100" dirty="0"/>
          </a:p>
        </p:txBody>
      </p:sp>
      <p:pic>
        <p:nvPicPr>
          <p:cNvPr id="9" name="Image 0" descr="fu/ppt/media/image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" y="722376"/>
            <a:ext cx="8851392" cy="4178808"/>
          </a:xfrm>
          <a:prstGeom prst="rect">
            <a:avLst/>
          </a:prstGeom>
        </p:spPr>
      </p:pic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371600"/>
            <a:ext cx="7498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Any 3 hourly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candles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 a row.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929384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middle one is the one that dips down and takes the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liquidity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935224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Then the third closes back above the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middle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941064"/>
            <a:ext cx="7498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That's a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swing low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... The hour agrees.</a:t>
            </a:r>
            <a:endParaRPr lang="en-US" sz="2800" dirty="0"/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545336"/>
            <a:ext cx="74980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if the 9am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candle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takes the level and the 10am closes back inside… what should the 11am do?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91256"/>
            <a:ext cx="74980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should go up… And that's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exactly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what it does.</a:t>
            </a:r>
            <a:endParaRPr lang="en-US" sz="3200" dirty="0"/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That's the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candle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swing structure... It's confirmation for your direction.</a:t>
            </a:r>
            <a:endParaRPr lang="en-US" sz="4000" dirty="0"/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0482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is not where you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buy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</a:t>
            </a:r>
            <a:endParaRPr lang="en-US" sz="5200" dirty="0"/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It's what tells you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buying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worth doing.</a:t>
            </a:r>
            <a:endParaRPr lang="en-US" sz="4600" dirty="0"/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002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you treat your hourly candles as your daily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candles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a whole new world opens up.</a:t>
            </a:r>
            <a:endParaRPr lang="en-US" sz="4000" dirty="0"/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now that you know the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reversing, we get to the next step:</a:t>
            </a:r>
            <a:endParaRPr lang="en-US" sz="4000" dirty="0"/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0482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2- Where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exactly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I buy?</a:t>
            </a:r>
            <a:endParaRPr lang="en-US" sz="5200" dirty="0"/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Knowing it's turned still isn't a price… I need a spot to enter my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trade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000" dirty="0"/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I've got 2, and I want them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together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first is the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block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made in liquidity.</a:t>
            </a:r>
            <a:endParaRPr lang="en-US" sz="4600" dirty="0"/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45720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1100" dirty="0"/>
          </a:p>
        </p:txBody>
      </p:sp>
      <p:pic>
        <p:nvPicPr>
          <p:cNvPr id="9" name="Image 0" descr="fu/ppt/media/image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1368" y="713232"/>
            <a:ext cx="5541264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426464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that one. Not that one. Not that one. This one.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432304"/>
            <a:ext cx="749808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this one? Because this is the candle that traded into the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liquidity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below the low…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886200"/>
            <a:ext cx="7498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then we closed back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above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it.</a:t>
            </a:r>
            <a:endParaRPr lang="en-US" sz="2800" dirty="0"/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060704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That's the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candle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that took everyone's stops…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066544"/>
            <a:ext cx="7498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one the algorithm used to do the job.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24328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its body is my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level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246120"/>
            <a:ext cx="7498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here's what people get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wrong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803904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don't buy when it closes. I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buy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when price comes back to it.</a:t>
            </a:r>
            <a:endParaRPr lang="en-US" sz="2800" dirty="0"/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other candle on that chart is just a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candle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... That one did something.</a:t>
            </a:r>
            <a:endParaRPr lang="en-US" sz="4000" dirty="0"/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Now, the second entry is the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inverse gap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45720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1100" dirty="0"/>
          </a:p>
        </p:txBody>
      </p:sp>
      <p:pic>
        <p:nvPicPr>
          <p:cNvPr id="9" name="Image 0" descr="fu/ppt/media/image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4288" y="704088"/>
            <a:ext cx="4535424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341882"/>
            <a:ext cx="7498080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price moves fast it skips levels... It </a:t>
            </a:r>
            <a:pPr indent="0" marL="0">
              <a:buNone/>
            </a:pPr>
            <a:r>
              <a:rPr lang="en-US" sz="19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leaves</a:t>
            </a:r>
            <a:pPr indent="0" marL="0">
              <a:buNone/>
            </a:pPr>
            <a:r>
              <a:rPr lang="en-US" sz="19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 hole…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755648"/>
            <a:ext cx="7498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That's a gap.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217420"/>
            <a:ext cx="749808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market that genuinely wants to keep falling will come back into that hole and carry on down.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935224"/>
            <a:ext cx="7498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Watch</a:t>
            </a:r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396996"/>
            <a:ext cx="7498080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comes back into it… And it doesn't carry on, it </a:t>
            </a:r>
            <a:pPr indent="0" marL="0">
              <a:buNone/>
            </a:pPr>
            <a:r>
              <a:rPr lang="en-US" sz="19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stops</a:t>
            </a:r>
            <a:pPr indent="0" marL="0">
              <a:buNone/>
            </a:pPr>
            <a:r>
              <a:rPr lang="en-US" sz="19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810762"/>
            <a:ext cx="749808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tried to go one way and it couldn't… That </a:t>
            </a:r>
            <a:pPr indent="0" marL="0">
              <a:buNone/>
            </a:pPr>
            <a:r>
              <a:rPr lang="en-US" sz="19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failure</a:t>
            </a:r>
            <a:pPr indent="0" marL="0">
              <a:buNone/>
            </a:pPr>
            <a:r>
              <a:rPr lang="en-US" sz="19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the signal.</a:t>
            </a:r>
            <a:endParaRPr lang="en-US" sz="1900" dirty="0"/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anything that forms in a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liquidity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pool, or at one, is very high probability.</a:t>
            </a:r>
            <a:endParaRPr lang="en-US" sz="4000" dirty="0"/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45720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1100" dirty="0"/>
          </a:p>
        </p:txBody>
      </p:sp>
      <p:pic>
        <p:nvPicPr>
          <p:cNvPr id="9" name="Image 0" descr="fu/ppt/media/image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8488" y="749808"/>
            <a:ext cx="5897880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284732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block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made in liquidity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906524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Inverse gap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92324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Same </a:t>
            </a:r>
            <a:pPr indent="0" marL="0">
              <a:buNone/>
            </a:pPr>
            <a:r>
              <a:rPr lang="en-US" sz="3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place</a:t>
            </a:r>
            <a:pPr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278124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entry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functions coming together…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899916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That's where I'm </a:t>
            </a:r>
            <a:pPr indent="0" marL="0">
              <a:buNone/>
            </a:pPr>
            <a:r>
              <a:rPr lang="en-US" sz="3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buying</a:t>
            </a:r>
            <a:pPr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3600" dirty="0"/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464308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that's your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entry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5200" dirty="0"/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93392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that make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sense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5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935224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Put a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yes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 the chat.</a:t>
            </a:r>
            <a:endParaRPr lang="en-US" sz="5200" dirty="0"/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002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Now, I want to be honest with you about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something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because it'll save you a lot of time.</a:t>
            </a:r>
            <a:endParaRPr lang="en-US" sz="4000" dirty="0"/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entry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the part everyone obsesses over.</a:t>
            </a:r>
            <a:endParaRPr lang="en-US" sz="4600" dirty="0"/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It's what most people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showed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up for...</a:t>
            </a:r>
            <a:endParaRPr lang="en-US" sz="4600" dirty="0"/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It's what nearly every trading video on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YouTube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about…</a:t>
            </a:r>
            <a:endParaRPr lang="en-US" sz="4000" dirty="0"/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But for us it's actually the least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important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thing I've shown you today.</a:t>
            </a:r>
            <a:endParaRPr lang="en-US" sz="4000" dirty="0"/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776222"/>
            <a:ext cx="7498080" cy="2208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Because once you've eliminated one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direction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</a:t>
            </a:r>
            <a:endParaRPr lang="en-US" sz="4600" dirty="0"/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776222"/>
            <a:ext cx="7498080" cy="2208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Once you know the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will go up or down…</a:t>
            </a:r>
            <a:endParaRPr lang="en-US" sz="4600" dirty="0"/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Entries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get easy, as you just saw.</a:t>
            </a:r>
            <a:endParaRPr lang="en-US" sz="4600" dirty="0"/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You'll find one… There's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always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one.</a:t>
            </a:r>
            <a:endParaRPr lang="en-US" sz="4600" dirty="0"/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257300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Does that make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sense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5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31236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Give me a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yes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 the chat.</a:t>
            </a:r>
            <a:endParaRPr lang="en-US" sz="4600" dirty="0"/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173861"/>
            <a:ext cx="749808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look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at where you are now.</a:t>
            </a:r>
            <a:endParaRPr lang="en-US" sz="2500" dirty="0"/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173861"/>
            <a:ext cx="749808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look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at where you are now.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903095"/>
            <a:ext cx="7498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You've got your 2 boxes.</a:t>
            </a:r>
            <a:endParaRPr lang="en-US" sz="2800" dirty="0"/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173861"/>
            <a:ext cx="749808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look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at where you are now.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903095"/>
            <a:ext cx="7498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You've got your 2 boxes.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80335"/>
            <a:ext cx="749808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You've got your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direction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500" dirty="0"/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173861"/>
            <a:ext cx="749808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look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at where you are now.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903095"/>
            <a:ext cx="7498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You've got your 2 boxes.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80335"/>
            <a:ext cx="749808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You've got your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direction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409569"/>
            <a:ext cx="7498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You've got your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800" dirty="0"/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173861"/>
            <a:ext cx="749808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look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at where you are now.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903095"/>
            <a:ext cx="7498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You've got your 2 boxes.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80335"/>
            <a:ext cx="749808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You've got your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direction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409569"/>
            <a:ext cx="7498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You've got your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186809"/>
            <a:ext cx="749808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now you've got a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price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and you're in.</a:t>
            </a:r>
            <a:endParaRPr lang="en-US" sz="2500" dirty="0"/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Which means for the first time today, you've got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money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on the line.</a:t>
            </a:r>
            <a:endParaRPr lang="en-US" sz="4000" dirty="0"/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this is where it actually gets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Because from this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second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onwards you're not analysing anything…</a:t>
            </a:r>
            <a:endParaRPr lang="en-US" sz="4000" dirty="0"/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464308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You're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holding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5200" dirty="0"/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776222"/>
            <a:ext cx="7498080" cy="2208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Price is moving, and your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moving with it.</a:t>
            </a:r>
            <a:endParaRPr lang="en-US" sz="4600" dirty="0"/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05672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12448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2812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815468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3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ENTRY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002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step 4 is about exiting your trades properly - so you don’t lose your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money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no reason.</a:t>
            </a:r>
            <a:endParaRPr lang="en-US" sz="4000" dirty="0"/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45720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indent="0" marL="0">
              <a:buNone/>
            </a:pPr>
            <a:r>
              <a:rPr lang="en-US" sz="110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017520"/>
            <a:ext cx="7406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EXIT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04672" y="566928"/>
            <a:ext cx="21945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5000" dirty="0"/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0482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now you're in your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trade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5200" dirty="0"/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84248"/>
            <a:ext cx="749808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this step is shorter than you think, because you already know your target. You marked it back in step 2, it's the opposing end of the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range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800" dirty="0"/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this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only about one thing: what you do on the way there.</a:t>
            </a:r>
            <a:endParaRPr lang="en-US" sz="4000" dirty="0"/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I'll show you why that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matters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with the worst day I've ever had.</a:t>
            </a:r>
            <a:endParaRPr lang="en-US" sz="4000" dirty="0"/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817370"/>
            <a:ext cx="749808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6319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[The -$8,580 day. P&amp;L first. Sit on it. Then the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chart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.]</a:t>
            </a:r>
            <a:endParaRPr lang="en-US" sz="4000" dirty="0"/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Explain how you lost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$8,580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why it was your mistakes, not the system</a:t>
            </a:r>
            <a:endParaRPr lang="en-US" sz="4000" dirty="0"/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8562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I still finished that month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green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because one bad day inside a repeatable process is just a bad day.</a:t>
            </a:r>
            <a:endParaRPr lang="en-US" sz="3200" dirty="0"/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545336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But that's the exact reason this step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exists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...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935224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here's what I do now, and it's 3 things.</a:t>
            </a:r>
            <a:endParaRPr lang="en-US" sz="4000" dirty="0"/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258824"/>
            <a:ext cx="58712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1-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483233" y="1258824"/>
            <a:ext cx="6837807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Stop goes below the low that just got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swept</a:t>
            </a:r>
            <a:endParaRPr lang="en-US" sz="2500" dirty="0"/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258824"/>
            <a:ext cx="58712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1-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483233" y="1258824"/>
            <a:ext cx="6837807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Stop goes below the low that just got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swept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382520"/>
            <a:ext cx="587121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2-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1483233" y="2382520"/>
            <a:ext cx="683780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Then the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grades itself — 25, 50, 75</a:t>
            </a:r>
            <a:endParaRPr lang="en-US" sz="2500" dirty="0"/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258824"/>
            <a:ext cx="58712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1-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483233" y="1258824"/>
            <a:ext cx="6837807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Stop goes below the low that just got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swept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382520"/>
            <a:ext cx="587121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2-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1483233" y="2382520"/>
            <a:ext cx="683780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Then the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grades itself — 25, 50, 75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099816"/>
            <a:ext cx="587121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3-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1483233" y="3099816"/>
            <a:ext cx="683780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Take the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money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get out</a:t>
            </a:r>
            <a:endParaRPr lang="en-US" sz="2500" dirty="0"/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258824"/>
            <a:ext cx="58712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1-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483233" y="1258824"/>
            <a:ext cx="6837807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Stop goes below the low that just got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swept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382520"/>
            <a:ext cx="587121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2-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1483233" y="2382520"/>
            <a:ext cx="683780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Then the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grades itself — 25, 50, 75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099816"/>
            <a:ext cx="587121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3-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1483233" y="3099816"/>
            <a:ext cx="683780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Take the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money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get out</a:t>
            </a:r>
            <a:endParaRPr lang="en-US" sz="25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817112"/>
            <a:ext cx="58712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1-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1483233" y="3817112"/>
            <a:ext cx="6837807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Your stop goes below the low that just got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swept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500" dirty="0"/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Below the low if you're buying, above the high if you're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selling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000" dirty="0"/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002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Because if price goes back through the level it just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cleared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the reason you're in has gone.</a:t>
            </a:r>
            <a:endParaRPr lang="en-US" sz="4000" dirty="0"/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2- Then the market grades itself on the way to your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000" dirty="0"/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45720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1100" dirty="0"/>
          </a:p>
        </p:txBody>
      </p:sp>
      <p:pic>
        <p:nvPicPr>
          <p:cNvPr id="9" name="Image 0" descr="fu/ppt/media/image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184" y="795528"/>
            <a:ext cx="8622792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115568"/>
            <a:ext cx="749808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 25, sentiment's beginning to shift and buyers are stepping in. That's my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confirmation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425446"/>
            <a:ext cx="74980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 50, the market has no need to come back to 25. That's where I move to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break even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335274"/>
            <a:ext cx="749808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 to 75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where I'm taking money off.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845052"/>
            <a:ext cx="74980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once it closes at 75, that's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exactly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where it should rally into the opposing end.</a:t>
            </a:r>
            <a:endParaRPr lang="en-US" sz="2500" dirty="0"/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notice what's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happening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there…</a:t>
            </a:r>
            <a:endParaRPr lang="en-US" sz="4600" dirty="0"/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24028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I'm not deciding anything on the way to my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either…</a:t>
            </a:r>
            <a:endParaRPr lang="en-US" sz="4000" dirty="0"/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market's grading itself and I'm just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reading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score.</a:t>
            </a:r>
            <a:endParaRPr lang="en-US" sz="4000" dirty="0"/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0482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3- Take the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money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get out.</a:t>
            </a:r>
            <a:endParaRPr lang="en-US" sz="5200" dirty="0"/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24028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honestly, most days I'm not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waiting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all of that.</a:t>
            </a:r>
            <a:endParaRPr lang="en-US" sz="4000" dirty="0"/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002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easiest target is the opposing end, because I want to make my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money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get out.</a:t>
            </a:r>
            <a:endParaRPr lang="en-US" sz="4000" dirty="0"/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776222"/>
            <a:ext cx="7498080" cy="2208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don't want to be sat inside the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too long.</a:t>
            </a:r>
            <a:endParaRPr lang="en-US" sz="4600" dirty="0"/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Normally it takes 10 to 15 minutes to hit take profit from the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9:30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open.</a:t>
            </a:r>
            <a:endParaRPr lang="en-US" sz="4000" dirty="0"/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you're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 minutes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 and price is still sat at your entry, something's wrong.</a:t>
            </a:r>
            <a:endParaRPr lang="en-US" sz="4000" dirty="0"/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Because no one ever, and I mean ever, goes broke taking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profit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</a:t>
            </a:r>
            <a:endParaRPr lang="en-US" sz="4000" dirty="0"/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0482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go broke taking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losses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5200" dirty="0"/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last thing, because this is what real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trading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actually looks like.</a:t>
            </a:r>
            <a:endParaRPr lang="en-US" sz="4000" dirty="0"/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002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might buy that return to the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block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get stopped out anyway… It happens to me.</a:t>
            </a:r>
            <a:endParaRPr lang="en-US" sz="4000" dirty="0"/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take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trades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 the same direction.</a:t>
            </a:r>
            <a:endParaRPr lang="en-US" sz="4600" dirty="0"/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002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they're both wrong, then you're just wrong on the day, and you come back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tomorrow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000" dirty="0"/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0482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It's a cost of doing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business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5200" dirty="0"/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0482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that's the whole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system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5200" dirty="0"/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8562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I want to say something before we go any further, because I know what some of you are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thinking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right now.</a:t>
            </a:r>
            <a:endParaRPr lang="en-US" sz="3200" dirty="0"/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464308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 felt like a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lot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5200" dirty="0"/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080260"/>
            <a:ext cx="7498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Boxes, sweeps, rotations, order blocks, levels… and you're sat there wondering how you're supposed to hold all of that in your head at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9:30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 the morning.</a:t>
            </a:r>
            <a:endParaRPr lang="en-US" sz="2500" dirty="0"/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let me take that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worry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off you right now.</a:t>
            </a:r>
            <a:endParaRPr lang="en-US" sz="4600" dirty="0"/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545336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You're not going to be doing 4 things…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935224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You're going to be doing 1 thing.</a:t>
            </a:r>
            <a:endParaRPr lang="en-US" sz="4000" dirty="0"/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Because in real time, all 4 of those steps happen inside about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minutes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</a:t>
            </a:r>
            <a:endParaRPr lang="en-US" sz="4000" dirty="0"/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776222"/>
            <a:ext cx="7498080" cy="2208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they happen in the same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every single day.</a:t>
            </a:r>
            <a:endParaRPr lang="en-US" sz="4600" dirty="0"/>
          </a:p>
        </p:txBody>
      </p:sp>
    </p:spTree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002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only feels like a lot because I've spent the last hour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pulling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it apart in slow motion.</a:t>
            </a:r>
            <a:endParaRPr lang="en-US" sz="4000" dirty="0"/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257300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Does that make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sense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5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31236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Give me a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yes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 the chat.</a:t>
            </a:r>
            <a:endParaRPr lang="en-US" sz="4600" dirty="0"/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801368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here's what we're doing now.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423160"/>
            <a:ext cx="74980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I'm going to put up a new trade, and I'm going to run the whole thing start to finish at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normal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speed.</a:t>
            </a:r>
            <a:endParaRPr lang="en-US" sz="3200" dirty="0"/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1442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here's what we're doing now.</a:t>
            </a:r>
            <a:endParaRPr lang="en-US" sz="4600" dirty="0"/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464308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Range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Bias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Entry Exit</a:t>
            </a:r>
            <a:endParaRPr lang="en-US" sz="5200" dirty="0"/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801368"/>
            <a:ext cx="74980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you can see what it actually looks like when it's not being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taught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you…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447288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it's just being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traded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3200" dirty="0"/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9447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38673" y="237744"/>
            <a:ext cx="1325880" cy="0"/>
          </a:xfrm>
          <a:prstGeom prst="line">
            <a:avLst/>
          </a:prstGeom>
          <a:noFill/>
          <a:ln w="11430">
            <a:solidFill>
              <a:srgbClr val="1297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56587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5" name="Shape 3"/>
          <p:cNvSpPr/>
          <p:nvPr/>
        </p:nvSpPr>
        <p:spPr>
          <a:xfrm>
            <a:off x="6741693" y="214884"/>
            <a:ext cx="45720" cy="457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54864"/>
            <a:ext cx="657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4</a:t>
            </a:r>
            <a:pPr algn="ctr" indent="0" marL="0">
              <a:buNone/>
            </a:pPr>
            <a:r>
              <a:rPr lang="en-US" sz="117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pPr algn="ctr" indent="0" marL="0">
              <a:buNone/>
            </a:pPr>
            <a:r>
              <a:rPr lang="en-US" sz="117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EXIT</a:t>
            </a:r>
            <a:endParaRPr lang="en-US" sz="1170" dirty="0"/>
          </a:p>
        </p:txBody>
      </p:sp>
      <p:sp>
        <p:nvSpPr>
          <p:cNvPr id="7" name="Shape 5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84248"/>
            <a:ext cx="749808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then I'll show you 3 more trades I took that same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so you can watch the same thing happen over and over and over and over again.</a:t>
            </a:r>
            <a:endParaRPr lang="en-US" sz="2800" dirty="0"/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45720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 5</a:t>
            </a:r>
            <a:pPr indent="0" marL="0">
              <a:buNone/>
            </a:pPr>
            <a:r>
              <a:rPr lang="en-US" sz="1100" b="1" dirty="0">
                <a:solidFill>
                  <a:srgbClr val="C9C9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017520"/>
            <a:ext cx="7406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TRADE EXAMPLES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04672" y="566928"/>
            <a:ext cx="21945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5000" dirty="0"/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339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that's the whole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</a:t>
            </a:r>
            <a:endParaRPr lang="en-US" sz="5200" dirty="0"/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339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My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based ranges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5200" dirty="0"/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literally dozens of my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students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have successfully replicated it.</a:t>
            </a:r>
            <a:endParaRPr lang="en-US" sz="4000" dirty="0"/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350008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TESTIMONIAL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DUMP</a:t>
            </a:r>
            <a:endParaRPr lang="en-US" sz="5200" dirty="0"/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23468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far on this free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workshop we've covered:</a:t>
            </a:r>
            <a:endParaRPr lang="en-US" sz="2800" dirty="0"/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23468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far on this free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workshop we've covered: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085340"/>
            <a:ext cx="523976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420088" y="2085340"/>
            <a:ext cx="6900952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2 exact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based ranges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 trade, down to the minute, so you can go and mark them on your chart tomorrow morning.</a:t>
            </a:r>
            <a:endParaRPr lang="en-US" sz="1300" dirty="0"/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23468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far on this free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workshop we've covered: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085340"/>
            <a:ext cx="523976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420088" y="2085340"/>
            <a:ext cx="6900952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2 exact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based ranges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 trade, down to the minute, so you can go and mark them on your chart tomorrow morning.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00020"/>
            <a:ext cx="523976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20088" y="2700020"/>
            <a:ext cx="6900952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get your direction from the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double break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so you know whether you're a buyer or a seller before the move happens instead of after it.</a:t>
            </a:r>
            <a:endParaRPr lang="en-US" sz="1300" dirty="0"/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23468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far on this free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workshop we've covered: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085340"/>
            <a:ext cx="523976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420088" y="2085340"/>
            <a:ext cx="6900952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2 exact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based ranges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 trade, down to the minute, so you can go and mark them on your chart tomorrow morning.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00020"/>
            <a:ext cx="523976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20088" y="2700020"/>
            <a:ext cx="6900952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get your direction from the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double break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so you know whether you're a buyer or a seller before the move happens instead of after it.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14700"/>
            <a:ext cx="523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20088" y="3314700"/>
            <a:ext cx="6900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exact entry I take most days, right down to which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candle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on your chart it is.</a:t>
            </a:r>
            <a:endParaRPr lang="en-US" sz="1300" dirty="0"/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23468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far on this free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workshop we've covered: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085340"/>
            <a:ext cx="523976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420088" y="2085340"/>
            <a:ext cx="6900952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2 exact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based ranges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 trade, down to the minute, so you can go and mark them on your chart tomorrow morning.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00020"/>
            <a:ext cx="523976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20088" y="2700020"/>
            <a:ext cx="6900952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get your direction from the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double break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so you know whether you're a buyer or a seller before the move happens instead of after it.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14700"/>
            <a:ext cx="523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20088" y="3314700"/>
            <a:ext cx="6900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exact entry I take most days, right down to which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candle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on your chart it is.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799332"/>
            <a:ext cx="523976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20088" y="3799332"/>
            <a:ext cx="6900952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your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stop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goes, when to move it, and how to grade the swing at 25, 50 and 75 so the trade manages itself instead of you managing it.</a:t>
            </a:r>
            <a:endParaRPr lang="en-US" sz="1300" dirty="0"/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23468"/>
            <a:ext cx="7498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far on this free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workshop we've covered: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085340"/>
            <a:ext cx="523976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420088" y="2085340"/>
            <a:ext cx="6900952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2 exact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based ranges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 trade, down to the minute, so you can go and mark them on your chart tomorrow morning.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00020"/>
            <a:ext cx="523976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20088" y="2700020"/>
            <a:ext cx="6900952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get your direction from the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double break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so you know whether you're a buyer or a seller before the move happens instead of after it.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14700"/>
            <a:ext cx="523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20088" y="3314700"/>
            <a:ext cx="6900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exact entry I take most days, right down to which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candle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on your chart it is.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799332"/>
            <a:ext cx="523976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20088" y="3799332"/>
            <a:ext cx="6900952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your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stop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goes, when to move it, and how to grade the swing at 25, 50 and 75 so the trade manages itself instead of you managing it.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414012"/>
            <a:ext cx="523976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20088" y="4414012"/>
            <a:ext cx="6900952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trades from start to finish, on 5 different days, with third party </a:t>
            </a:r>
            <a:pPr indent="0" marL="0">
              <a:buNone/>
            </a:pPr>
            <a:r>
              <a:rPr lang="en-US" sz="13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behind them.</a:t>
            </a:r>
            <a:endParaRPr lang="en-US" sz="1300" dirty="0"/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339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Knowing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what you know now:</a:t>
            </a:r>
            <a:endParaRPr lang="en-US" sz="5200" dirty="0"/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you see how this is different to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else you've tried?</a:t>
            </a:r>
            <a:endParaRPr lang="en-US" sz="4000" dirty="0"/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 you see yourself sitting down at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9:29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tomorrow and actually running this?</a:t>
            </a:r>
            <a:endParaRPr lang="en-US" sz="4000" dirty="0"/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7419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you see how this takes the decision out of your hands, so there's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left for you to be disciplined about?</a:t>
            </a:r>
            <a:endParaRPr lang="en-US" sz="3200" dirty="0"/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97964"/>
            <a:ext cx="74980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Even if you use just a tiny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fraction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of what I showed you, would you say our time was well spent?</a:t>
            </a:r>
            <a:endParaRPr lang="en-US" sz="3200" dirty="0"/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7419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Would you like to spend even more time together, going even deeper on how to trade these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ranges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properly?</a:t>
            </a:r>
            <a:endParaRPr lang="en-US" sz="3200" dirty="0"/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339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Drop a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"Yes"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 the chat.</a:t>
            </a:r>
            <a:endParaRPr lang="en-US" sz="5200" dirty="0"/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339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Now, here's the thing...</a:t>
            </a:r>
            <a:endParaRPr lang="en-US" sz="5200" dirty="0"/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7419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Even if we had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hours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together instead of just 60 minutes, it'd still be tough to pack everything I know into one training.</a:t>
            </a:r>
            <a:endParaRPr lang="en-US" sz="3200" dirty="0"/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7419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Because what I gave you today, as valuable as you've just told me it was, is genuinely the tip of the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iceberg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3200" dirty="0"/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661922"/>
            <a:ext cx="7498080" cy="2208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example, I trade more than 2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based ranges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Those 2 are just the ones I can give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away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859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2 I gave you work, as you just saw… But there are a lot of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people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that are now using it…</a:t>
            </a:r>
            <a:endParaRPr lang="en-US" sz="4000" dirty="0"/>
          </a:p>
        </p:txBody>
      </p:sp>
    </p:spTree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a few thousand more people trading them changes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000" dirty="0"/>
          </a:p>
        </p:txBody>
      </p:sp>
    </p:spTree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97964"/>
            <a:ext cx="74980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other ones we use are private to me and my mentees, simply to keep them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secure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predictable.</a:t>
            </a:r>
            <a:endParaRPr lang="en-US" sz="3200" dirty="0"/>
          </a:p>
        </p:txBody>
      </p:sp>
    </p:spTree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They literally sign an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NDA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it… we want to keep them protected.</a:t>
            </a:r>
            <a:endParaRPr lang="en-US" sz="4000" dirty="0"/>
          </a:p>
        </p:txBody>
      </p:sp>
    </p:spTree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Which means what I showed you today is the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version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 can give to anyone.</a:t>
            </a:r>
            <a:endParaRPr lang="en-US" sz="4000" dirty="0"/>
          </a:p>
        </p:txBody>
      </p:sp>
    </p:spTree>
  </p:cSld>
  <p:clrMapOvr>
    <a:masterClrMapping/>
  </p:clrMapOvr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661922"/>
            <a:ext cx="7498080" cy="2208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if you liked that, you'll love what I've got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I basically had 2 choices while creating this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class for you...</a:t>
            </a:r>
            <a:endParaRPr lang="en-US" sz="4000" dirty="0"/>
          </a:p>
        </p:txBody>
      </p:sp>
    </p:spTree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350008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first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is:</a:t>
            </a:r>
            <a:endParaRPr lang="en-US" sz="5200" dirty="0"/>
          </a:p>
        </p:txBody>
      </p:sp>
    </p:spTree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859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share what I've covered today, we part ways, and you try to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figure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out the rest on your own.</a:t>
            </a:r>
            <a:endParaRPr lang="en-US" sz="4000" dirty="0"/>
          </a:p>
        </p:txBody>
      </p:sp>
    </p:spTree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don’t get me wrong… you could definitely go and make some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profits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with it…</a:t>
            </a:r>
            <a:endParaRPr lang="en-US" sz="4000" dirty="0"/>
          </a:p>
        </p:txBody>
      </p:sp>
    </p:spTree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859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I’ve gotten so many messages from people making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profits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from my free course…</a:t>
            </a:r>
            <a:endParaRPr lang="en-US" sz="4000" dirty="0"/>
          </a:p>
        </p:txBody>
      </p:sp>
    </p:spTree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this was much more in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depth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350008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it’s a nice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5200" dirty="0"/>
          </a:p>
        </p:txBody>
      </p:sp>
    </p:spTree>
  </p:cSld>
  <p:clrMapOvr>
    <a:masterClrMapping/>
  </p:clrMapOvr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23444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BUT…</a:t>
            </a:r>
            <a:endParaRPr lang="en-US" sz="13000" dirty="0"/>
          </a:p>
        </p:txBody>
      </p:sp>
    </p:spTree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339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My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second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option was:</a:t>
            </a:r>
            <a:endParaRPr lang="en-US" sz="5200" dirty="0"/>
          </a:p>
        </p:txBody>
      </p:sp>
    </p:spTree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0518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could take a more active role and responsibility, and ACTUALLY give you </a:t>
            </a:r>
            <a:pPr indent="0" marL="0">
              <a:buNone/>
            </a:pPr>
            <a:r>
              <a:rPr lang="en-US" sz="2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</a:t>
            </a:r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you need to help you:</a:t>
            </a:r>
            <a:endParaRPr lang="en-US" sz="2000" dirty="0"/>
          </a:p>
        </p:txBody>
      </p:sp>
    </p:spTree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0518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could take a more active role and responsibility, and ACTUALLY give you </a:t>
            </a:r>
            <a:pPr indent="0" marL="0">
              <a:buNone/>
            </a:pPr>
            <a:r>
              <a:rPr lang="en-US" sz="2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</a:t>
            </a:r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you need to help you: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11020"/>
            <a:ext cx="607237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1-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03349" y="1811020"/>
            <a:ext cx="6817691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the rest of my secure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private ranges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 the parts of this I genuinely can't put out publicly…</a:t>
            </a:r>
            <a:endParaRPr lang="en-US" sz="1400" dirty="0"/>
          </a:p>
        </p:txBody>
      </p:sp>
    </p:spTree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0518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could take a more active role and responsibility, and ACTUALLY give you </a:t>
            </a:r>
            <a:pPr indent="0" marL="0">
              <a:buNone/>
            </a:pPr>
            <a:r>
              <a:rPr lang="en-US" sz="2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</a:t>
            </a:r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you need to help you: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11020"/>
            <a:ext cx="607237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1-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03349" y="1811020"/>
            <a:ext cx="6817691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the rest of my secure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private ranges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 the parts of this I genuinely can't put out publicly…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58212"/>
            <a:ext cx="607237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2-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03349" y="2458212"/>
            <a:ext cx="6817691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Execute it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consistently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with me going through your actual trades with you every week…</a:t>
            </a:r>
            <a:endParaRPr lang="en-US" sz="1400" dirty="0"/>
          </a:p>
        </p:txBody>
      </p:sp>
    </p:spTree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0518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could take a more active role and responsibility, and ACTUALLY give you </a:t>
            </a:r>
            <a:pPr indent="0" marL="0">
              <a:buNone/>
            </a:pPr>
            <a:r>
              <a:rPr lang="en-US" sz="2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</a:t>
            </a:r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you need to help you: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11020"/>
            <a:ext cx="607237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1-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03349" y="1811020"/>
            <a:ext cx="6817691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the rest of my secure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private ranges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 the parts of this I genuinely can't put out publicly…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58212"/>
            <a:ext cx="607237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2-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03349" y="2458212"/>
            <a:ext cx="6817691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Execute it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consistently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with me going through your actual trades with you every week…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05404"/>
            <a:ext cx="607237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3-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503349" y="3105404"/>
            <a:ext cx="6817691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Watch me take these trades live, 3 times a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 so you're seeing it happen in real time instead of hearing about it after…</a:t>
            </a:r>
            <a:endParaRPr lang="en-US" sz="1400" dirty="0"/>
          </a:p>
        </p:txBody>
      </p:sp>
    </p:spTree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0518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could take a more active role and responsibility, and ACTUALLY give you </a:t>
            </a:r>
            <a:pPr indent="0" marL="0">
              <a:buNone/>
            </a:pPr>
            <a:r>
              <a:rPr lang="en-US" sz="2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</a:t>
            </a:r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you need to help you: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11020"/>
            <a:ext cx="607237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1-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03349" y="1811020"/>
            <a:ext cx="6817691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the rest of my secure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private ranges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 the parts of this I genuinely can't put out publicly…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58212"/>
            <a:ext cx="607237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2-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03349" y="2458212"/>
            <a:ext cx="6817691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Execute it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consistently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with me going through your actual trades with you every week…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05404"/>
            <a:ext cx="607237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3-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503349" y="3105404"/>
            <a:ext cx="6817691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Watch me take these trades live, 3 times a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 so you're seeing it happen in real time instead of hearing about it after…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752596"/>
            <a:ext cx="607237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4-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03349" y="3752596"/>
            <a:ext cx="6817691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Learn the exact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 firm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rules and risk settings that get you approved and keep you funded…</a:t>
            </a:r>
            <a:endParaRPr lang="en-US" sz="1400" dirty="0"/>
          </a:p>
        </p:txBody>
      </p:sp>
    </p:spTree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0518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could take a more active role and responsibility, and ACTUALLY give you </a:t>
            </a:r>
            <a:pPr indent="0" marL="0">
              <a:buNone/>
            </a:pPr>
            <a:r>
              <a:rPr lang="en-US" sz="2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</a:t>
            </a:r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you need to help you: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11020"/>
            <a:ext cx="607237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1-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03349" y="1811020"/>
            <a:ext cx="6817691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the rest of my secure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private ranges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 the parts of this I genuinely can't put out publicly…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58212"/>
            <a:ext cx="607237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2-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03349" y="2458212"/>
            <a:ext cx="6817691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Execute it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consistently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with me going through your actual trades with you every week…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05404"/>
            <a:ext cx="607237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3-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503349" y="3105404"/>
            <a:ext cx="6817691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Watch me take these trades live, 3 times a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 so you're seeing it happen in real time instead of hearing about it after…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752596"/>
            <a:ext cx="607237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4-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03349" y="3752596"/>
            <a:ext cx="6817691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Learn the exact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 firm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rules and risk settings that get you approved and keep you funded…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399788"/>
            <a:ext cx="607237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5-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503349" y="4399788"/>
            <a:ext cx="6817691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Sit down with me one on one every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weeks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go through your own charts…</a:t>
            </a:r>
            <a:endParaRPr lang="en-US" sz="1400" dirty="0"/>
          </a:p>
        </p:txBody>
      </p:sp>
    </p:spTree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Which option makes more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sense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you?</a:t>
            </a:r>
            <a:endParaRPr lang="en-US" sz="4600" dirty="0"/>
          </a:p>
        </p:txBody>
      </p:sp>
    </p:spTree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339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or 2?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Type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it in the chat.</a:t>
            </a:r>
            <a:endParaRPr lang="en-US" sz="5200" dirty="0"/>
          </a:p>
        </p:txBody>
      </p:sp>
    </p:spTree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859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you mind if I take a couple minutes to show you something I built that does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exactly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that?</a:t>
            </a:r>
            <a:endParaRPr lang="en-US" sz="4000" dirty="0"/>
          </a:p>
        </p:txBody>
      </p:sp>
    </p:spTree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559052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Introducing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-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500884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Based Ranges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Academy.</a:t>
            </a:r>
            <a:endParaRPr lang="en-US" sz="4600" dirty="0"/>
          </a:p>
        </p:txBody>
      </p:sp>
    </p:spTree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7419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Based Ranges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Academy is the 1on1 mentorship program I built to walk you through this entire process…</a:t>
            </a:r>
            <a:endParaRPr lang="en-US" sz="3200" dirty="0"/>
          </a:p>
        </p:txBody>
      </p:sp>
    </p:spTree>
  </p:cSld>
  <p:clrMapOvr>
    <a:masterClrMapping/>
  </p:clrMapOvr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help you become a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consistently profitable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funded trader.</a:t>
            </a:r>
            <a:endParaRPr lang="en-US" sz="4000" dirty="0"/>
          </a:p>
        </p:txBody>
      </p:sp>
    </p:spTree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2598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actually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guarantee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that, so there's zero risk on your end.</a:t>
            </a:r>
            <a:endParaRPr lang="en-US" sz="4000" dirty="0"/>
          </a:p>
        </p:txBody>
      </p:sp>
    </p:spTree>
  </p:cSld>
  <p:clrMapOvr>
    <a:masterClrMapping/>
  </p:clrMapOvr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339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We'll get to that in a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second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5200" dirty="0"/>
          </a:p>
        </p:txBody>
      </p:sp>
    </p:spTree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But before that, let me explain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exactly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how the whole thing works.</a:t>
            </a:r>
            <a:endParaRPr lang="en-US" sz="4000" dirty="0"/>
          </a:p>
        </p:txBody>
      </p:sp>
    </p:spTree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I want to be really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clear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about what this is and what it isn't.</a:t>
            </a:r>
            <a:endParaRPr lang="en-US" sz="4000" dirty="0"/>
          </a:p>
        </p:txBody>
      </p:sp>
    </p:spTree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350008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is NOT a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course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5200" dirty="0"/>
          </a:p>
        </p:txBody>
      </p:sp>
    </p:spTree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859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isn't some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Discord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where you get dropped in and left to watch videos on your own.</a:t>
            </a:r>
            <a:endParaRPr lang="en-US" sz="4000" dirty="0"/>
          </a:p>
        </p:txBody>
      </p:sp>
    </p:spTree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339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is hands-on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mentorship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5200" dirty="0"/>
          </a:p>
        </p:txBody>
      </p:sp>
    </p:spTree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7419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 personally taking you through all of it, and making sure you can execute the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TBR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consistently and profitably.</a:t>
            </a:r>
            <a:endParaRPr lang="en-US" sz="3200" dirty="0"/>
          </a:p>
        </p:txBody>
      </p:sp>
    </p:spTree>
  </p:cSld>
  <p:clrMapOvr>
    <a:masterClrMapping/>
  </p:clrMapOvr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how does the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TBR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Academy actually work?</a:t>
            </a:r>
            <a:endParaRPr lang="en-US" sz="4600" dirty="0"/>
          </a:p>
        </p:txBody>
      </p:sp>
    </p:spTree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It's a 12-week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intensive bootcamp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</a:t>
            </a:r>
            <a:endParaRPr lang="en-US" sz="4600" dirty="0"/>
          </a:p>
        </p:txBody>
      </p:sp>
    </p:spTree>
  </p:cSld>
  <p:clrMapOvr>
    <a:masterClrMapping/>
  </p:clrMapOvr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011680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1on1 Onboarding call, just you and me</a:t>
            </a:r>
            <a:endParaRPr lang="en-US" sz="4600" dirty="0"/>
          </a:p>
        </p:txBody>
      </p:sp>
    </p:spTree>
  </p:cSld>
  <p:clrMapOvr>
    <a:masterClrMapping/>
  </p:clrMapOvr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661922"/>
            <a:ext cx="7498080" cy="2208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Before you touch anything, we get on a call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together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want to see where you're actually at…</a:t>
            </a:r>
            <a:endParaRPr lang="en-US" sz="4600" dirty="0"/>
          </a:p>
        </p:txBody>
      </p:sp>
    </p:spTree>
  </p:cSld>
  <p:clrMapOvr>
    <a:masterClrMapping/>
  </p:clrMapOvr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7419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you're trading now, what account you're on, how much time you've got in the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morning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and what's been going wrong.</a:t>
            </a:r>
            <a:endParaRPr lang="en-US" sz="3200" dirty="0"/>
          </a:p>
        </p:txBody>
      </p:sp>
    </p:spTree>
  </p:cSld>
  <p:clrMapOvr>
    <a:masterClrMapping/>
  </p:clrMapOvr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859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there I’ll identify and help you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“unlearn”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stuff that’s been holding you back…</a:t>
            </a:r>
            <a:endParaRPr lang="en-US" sz="4000" dirty="0"/>
          </a:p>
        </p:txBody>
      </p:sp>
    </p:spTree>
  </p:cSld>
  <p:clrMapOvr>
    <a:masterClrMapping/>
  </p:clrMapOvr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map it out the plan for the next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weeks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3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come off that call knowing exactly what you're doing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tomorrow morning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000" dirty="0"/>
          </a:p>
        </p:txBody>
      </p:sp>
    </p:spTree>
  </p:cSld>
  <p:clrMapOvr>
    <a:masterClrMapping/>
  </p:clrMapOvr>
</p:sld>
</file>

<file path=ppt/slides/slide3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434590"/>
            <a:ext cx="274320" cy="2743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41173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1)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2212848" y="2411730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1on1 Onboarding call, just you and me</a:t>
            </a:r>
            <a:endParaRPr lang="en-US" sz="1500" dirty="0"/>
          </a:p>
        </p:txBody>
      </p:sp>
    </p:spTree>
  </p:cSld>
  <p:clrMapOvr>
    <a:masterClrMapping/>
  </p:clrMapOvr>
</p:sld>
</file>

<file path=ppt/slides/slide3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011680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Time Based Ranges Course</a:t>
            </a:r>
            <a:endParaRPr lang="en-US" sz="4600" dirty="0"/>
          </a:p>
        </p:txBody>
      </p:sp>
    </p:spTree>
  </p:cSld>
  <p:clrMapOvr>
    <a:masterClrMapping/>
  </p:clrMapOvr>
</p:sld>
</file>

<file path=ppt/slides/slide3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Including the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ranges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 can't put online.</a:t>
            </a:r>
            <a:endParaRPr lang="en-US" sz="4600" dirty="0"/>
          </a:p>
        </p:txBody>
      </p:sp>
    </p:spTree>
  </p:cSld>
  <p:clrMapOvr>
    <a:masterClrMapping/>
  </p:clrMapOvr>
</p:sld>
</file>

<file path=ppt/slides/slide3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second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you're in, you get all of it.</a:t>
            </a:r>
            <a:endParaRPr lang="en-US" sz="4600" dirty="0"/>
          </a:p>
        </p:txBody>
      </p:sp>
    </p:spTree>
  </p:cSld>
  <p:clrMapOvr>
    <a:masterClrMapping/>
  </p:clrMapOvr>
</p:sld>
</file>

<file path=ppt/slides/slide3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based range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 trade, not just the 2 I gave you today.</a:t>
            </a:r>
            <a:endParaRPr lang="en-US" sz="4000" dirty="0"/>
          </a:p>
        </p:txBody>
      </p:sp>
    </p:spTree>
  </p:cSld>
  <p:clrMapOvr>
    <a:masterClrMapping/>
  </p:clrMapOvr>
</p:sld>
</file>

<file path=ppt/slides/slide3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7419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That's the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NDA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 mentioned, you sign it, and then you're sat at the same windows I'm sat at every morning.</a:t>
            </a:r>
            <a:endParaRPr lang="en-US" sz="3200" dirty="0"/>
          </a:p>
        </p:txBody>
      </p:sp>
    </p:spTree>
  </p:cSld>
  <p:clrMapOvr>
    <a:masterClrMapping/>
  </p:clrMapOvr>
</p:sld>
</file>

<file path=ppt/slides/slide3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also get the full A-Z model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course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3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7419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Foundations and framework, reading context and bias,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liquidity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market structure, and putting it all together.</a:t>
            </a:r>
            <a:endParaRPr lang="en-US" sz="3200" dirty="0"/>
          </a:p>
        </p:txBody>
      </p:sp>
    </p:spTree>
  </p:cSld>
  <p:clrMapOvr>
    <a:masterClrMapping/>
  </p:clrMapOvr>
</p:sld>
</file>

<file path=ppt/slides/slide3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7419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Plus Revealing Of The Veil, which is the deeper framework side of it, and the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workbooks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that go with every module.</a:t>
            </a:r>
            <a:endParaRPr lang="en-US" sz="3200" dirty="0"/>
          </a:p>
        </p:txBody>
      </p:sp>
    </p:spTree>
  </p:cSld>
  <p:clrMapOvr>
    <a:masterClrMapping/>
  </p:clrMapOvr>
</p:sld>
</file>

<file path=ppt/slides/slide3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there's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I'm holding back from you.</a:t>
            </a:r>
            <a:endParaRPr lang="en-US" sz="4600" dirty="0"/>
          </a:p>
        </p:txBody>
      </p:sp>
    </p:spTree>
  </p:cSld>
  <p:clrMapOvr>
    <a:masterClrMapping/>
  </p:clrMapOvr>
</p:sld>
</file>

<file path=ppt/slides/slide3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350008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get what I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5200" dirty="0"/>
          </a:p>
        </p:txBody>
      </p:sp>
    </p:spTree>
  </p:cSld>
  <p:clrMapOvr>
    <a:masterClrMapping/>
  </p:clrMapOvr>
</p:sld>
</file>

<file path=ppt/slides/slide3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361438"/>
            <a:ext cx="0" cy="420624"/>
          </a:xfrm>
          <a:prstGeom prst="line">
            <a:avLst/>
          </a:prstGeom>
          <a:noFill/>
          <a:ln w="25400">
            <a:solidFill>
              <a:srgbClr val="2E2E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2269998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2315718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20141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212848" y="2201418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1on1 Onboarding call, just you and me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94360" y="2644902"/>
            <a:ext cx="274320" cy="2743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262204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212848" y="2622042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Time Based Ranges Course</a:t>
            </a:r>
            <a:endParaRPr lang="en-US" sz="1500" dirty="0"/>
          </a:p>
        </p:txBody>
      </p:sp>
    </p:spTree>
  </p:cSld>
  <p:clrMapOvr>
    <a:masterClrMapping/>
  </p:clrMapOvr>
</p:sld>
</file>

<file path=ppt/slides/slide4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011680"/>
            <a:ext cx="749808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live trading sessions with me, every single week.</a:t>
            </a:r>
            <a:endParaRPr lang="en-US" sz="4200" dirty="0"/>
          </a:p>
        </p:txBody>
      </p:sp>
    </p:spTree>
  </p:cSld>
  <p:clrMapOvr>
    <a:masterClrMapping/>
  </p:clrMapOvr>
</p:sld>
</file>

<file path=ppt/slides/slide4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mornings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 week, I'm live, on my own account, in front of you.</a:t>
            </a:r>
            <a:endParaRPr lang="en-US" sz="4000" dirty="0"/>
          </a:p>
        </p:txBody>
      </p:sp>
    </p:spTree>
  </p:cSld>
  <p:clrMapOvr>
    <a:masterClrMapping/>
  </p:clrMapOvr>
</p:sld>
</file>

<file path=ppt/slides/slide4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7419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You're watching me mark the range, wait for the break, and take the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entry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while it's actually happening.</a:t>
            </a:r>
            <a:endParaRPr lang="en-US" sz="3200" dirty="0"/>
          </a:p>
        </p:txBody>
      </p:sp>
    </p:spTree>
  </p:cSld>
  <p:clrMapOvr>
    <a:masterClrMapping/>
  </p:clrMapOvr>
</p:sld>
</file>

<file path=ppt/slides/slide4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339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is super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valuable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…</a:t>
            </a:r>
            <a:endParaRPr lang="en-US" sz="5200" dirty="0"/>
          </a:p>
        </p:txBody>
      </p:sp>
    </p:spTree>
  </p:cSld>
  <p:clrMapOvr>
    <a:masterClrMapping/>
  </p:clrMapOvr>
</p:sld>
</file>

<file path=ppt/slides/slide4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can't learn to time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something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from a video.</a:t>
            </a:r>
            <a:endParaRPr lang="en-US" sz="4600" dirty="0"/>
          </a:p>
        </p:txBody>
      </p:sp>
    </p:spTree>
  </p:cSld>
  <p:clrMapOvr>
    <a:masterClrMapping/>
  </p:clrMapOvr>
</p:sld>
</file>

<file path=ppt/slides/slide4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learn it by watching somebody do it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over and over.</a:t>
            </a:r>
            <a:endParaRPr lang="en-US" sz="4000" dirty="0"/>
          </a:p>
        </p:txBody>
      </p:sp>
    </p:spTree>
  </p:cSld>
  <p:clrMapOvr>
    <a:masterClrMapping/>
  </p:clrMapOvr>
</p:sld>
</file>

<file path=ppt/slides/slide4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859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times a week, for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weeks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that's 36 mornings of watching this get traded in real time.</a:t>
            </a:r>
            <a:endParaRPr lang="en-US" sz="4000" dirty="0"/>
          </a:p>
        </p:txBody>
      </p:sp>
    </p:spTree>
  </p:cSld>
  <p:clrMapOvr>
    <a:masterClrMapping/>
  </p:clrMapOvr>
</p:sld>
</file>

<file path=ppt/slides/slide4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151126"/>
            <a:ext cx="0" cy="841248"/>
          </a:xfrm>
          <a:prstGeom prst="line">
            <a:avLst/>
          </a:prstGeom>
          <a:noFill/>
          <a:ln w="25400">
            <a:solidFill>
              <a:srgbClr val="2E2E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2059686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2105406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9110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212848" y="1991106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1on1 Onboarding call, just you and me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480310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526030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241173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212848" y="2411730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Time Based Ranges Course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" y="2855214"/>
            <a:ext cx="274320" cy="2743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283235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212848" y="2832354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live trading sessions with me, every single week.</a:t>
            </a:r>
            <a:endParaRPr lang="en-US" sz="1500" dirty="0"/>
          </a:p>
        </p:txBody>
      </p:sp>
    </p:spTree>
  </p:cSld>
  <p:clrMapOvr>
    <a:masterClrMapping/>
  </p:clrMapOvr>
</p:sld>
</file>

<file path=ppt/slides/slide4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011680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group coaching calls.</a:t>
            </a:r>
            <a:endParaRPr lang="en-US" sz="4600" dirty="0"/>
          </a:p>
        </p:txBody>
      </p:sp>
    </p:spTree>
  </p:cSld>
  <p:clrMapOvr>
    <a:masterClrMapping/>
  </p:clrMapOvr>
</p:sld>
</file>

<file path=ppt/slides/slide4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is where we go through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that happened that week.</a:t>
            </a:r>
            <a:endParaRPr lang="en-US" sz="4000" dirty="0"/>
          </a:p>
        </p:txBody>
      </p:sp>
    </p:spTree>
  </p:cSld>
  <p:clrMapOvr>
    <a:masterClrMapping/>
  </p:clrMapOvr>
</p:sld>
</file>

<file path=ppt/slides/slide4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trades you took, the trades you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missed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the ones you weren't sure about.</a:t>
            </a:r>
            <a:endParaRPr lang="en-US" sz="4000" dirty="0"/>
          </a:p>
        </p:txBody>
      </p:sp>
    </p:spTree>
  </p:cSld>
  <p:clrMapOvr>
    <a:masterClrMapping/>
  </p:clrMapOvr>
</p:sld>
</file>

<file path=ppt/slides/slide4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bring your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charts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we put them up, and we go through them properly.</a:t>
            </a:r>
            <a:endParaRPr lang="en-US" sz="4000" dirty="0"/>
          </a:p>
        </p:txBody>
      </p:sp>
    </p:spTree>
  </p:cSld>
  <p:clrMapOvr>
    <a:masterClrMapping/>
  </p:clrMapOvr>
</p:sld>
</file>

<file path=ppt/slides/slide4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661922"/>
            <a:ext cx="7498080" cy="2208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you're not just learning from your own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4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You're in a room with people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running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 exact same model…</a:t>
            </a:r>
            <a:endParaRPr lang="en-US" sz="4000" dirty="0"/>
          </a:p>
        </p:txBody>
      </p:sp>
    </p:spTree>
  </p:cSld>
  <p:clrMapOvr>
    <a:masterClrMapping/>
  </p:clrMapOvr>
</p:sld>
</file>

<file path=ppt/slides/slide4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97964"/>
            <a:ext cx="74980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you're seeing the same mistakes and the same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wins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from multiple different angles instead of 1.</a:t>
            </a:r>
            <a:endParaRPr lang="en-US" sz="3200" dirty="0"/>
          </a:p>
        </p:txBody>
      </p:sp>
    </p:spTree>
  </p:cSld>
  <p:clrMapOvr>
    <a:masterClrMapping/>
  </p:clrMapOvr>
</p:sld>
</file>

<file path=ppt/slides/slide4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940814"/>
            <a:ext cx="0" cy="1261872"/>
          </a:xfrm>
          <a:prstGeom prst="line">
            <a:avLst/>
          </a:prstGeom>
          <a:noFill/>
          <a:ln w="25400">
            <a:solidFill>
              <a:srgbClr val="2E2E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1849374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895094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78079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212848" y="1780794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1on1 Onboarding call, just you and me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269998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15718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220141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212848" y="2201418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Time Based Ranges Course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690622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2" name="Shape 10"/>
          <p:cNvSpPr/>
          <p:nvPr/>
        </p:nvSpPr>
        <p:spPr>
          <a:xfrm>
            <a:off x="685800" y="2736342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262204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3)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212848" y="2622042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live trading sessions with me, every single week.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" y="3065526"/>
            <a:ext cx="274320" cy="2743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304266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212848" y="3042666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group coaching calls.</a:t>
            </a:r>
            <a:endParaRPr lang="en-US" sz="1500" dirty="0"/>
          </a:p>
        </p:txBody>
      </p:sp>
    </p:spTree>
  </p:cSld>
  <p:clrMapOvr>
    <a:masterClrMapping/>
  </p:clrMapOvr>
</p:sld>
</file>

<file path=ppt/slides/slide4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011680"/>
            <a:ext cx="7498080" cy="1824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private community, my weekly blueprint, and my market commentaries.</a:t>
            </a:r>
            <a:endParaRPr lang="en-US" sz="3800" dirty="0"/>
          </a:p>
        </p:txBody>
      </p:sp>
    </p:spTree>
  </p:cSld>
  <p:clrMapOvr>
    <a:masterClrMapping/>
  </p:clrMapOvr>
</p:sld>
</file>

<file path=ppt/slides/slide4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community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isn't a dead Discord full of people posting rocket emojis.</a:t>
            </a:r>
            <a:endParaRPr lang="en-US" sz="4000" dirty="0"/>
          </a:p>
        </p:txBody>
      </p:sp>
    </p:spTree>
  </p:cSld>
  <p:clrMapOvr>
    <a:masterClrMapping/>
  </p:clrMapOvr>
</p:sld>
</file>

<file path=ppt/slides/slide4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It's traders running this model right now, every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morning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together.</a:t>
            </a:r>
            <a:endParaRPr lang="en-US" sz="4000" dirty="0"/>
          </a:p>
        </p:txBody>
      </p:sp>
    </p:spTree>
  </p:cSld>
  <p:clrMapOvr>
    <a:masterClrMapping/>
  </p:clrMapOvr>
</p:sld>
</file>

<file path=ppt/slides/slide4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7419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week I post my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blueprint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the week ahead, so you know what I'm watching before the week starts.</a:t>
            </a:r>
            <a:endParaRPr lang="en-US" sz="3200" dirty="0"/>
          </a:p>
        </p:txBody>
      </p:sp>
    </p:spTree>
  </p:cSld>
  <p:clrMapOvr>
    <a:masterClrMapping/>
  </p:clrMapOvr>
</p:sld>
</file>

<file path=ppt/slides/slide4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7419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my market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commentaries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throughout, so when something unusual happens you're not sat there guessing what it meant.</a:t>
            </a:r>
            <a:endParaRPr lang="en-US" sz="3200" dirty="0"/>
          </a:p>
        </p:txBody>
      </p:sp>
    </p:spTree>
  </p:cSld>
  <p:clrMapOvr>
    <a:masterClrMapping/>
  </p:clrMapOvr>
</p:sld>
</file>

<file path=ppt/slides/slide4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730502"/>
            <a:ext cx="0" cy="1682496"/>
          </a:xfrm>
          <a:prstGeom prst="line">
            <a:avLst/>
          </a:prstGeom>
          <a:noFill/>
          <a:ln w="25400">
            <a:solidFill>
              <a:srgbClr val="2E2E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1639062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684782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57048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212848" y="1570482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1on1 Onboarding call, just you and me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059686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105406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199110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212848" y="1991106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Time Based Ranges Course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480310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2" name="Shape 10"/>
          <p:cNvSpPr/>
          <p:nvPr/>
        </p:nvSpPr>
        <p:spPr>
          <a:xfrm>
            <a:off x="685800" y="2526030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241173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212848" y="2411730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live trading sessions with me, every single week.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2900934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6" name="Shape 14"/>
          <p:cNvSpPr/>
          <p:nvPr/>
        </p:nvSpPr>
        <p:spPr>
          <a:xfrm>
            <a:off x="685800" y="2946654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283235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212848" y="2832354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group coaching calls.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3275838"/>
            <a:ext cx="274320" cy="2743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325297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5)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212848" y="3252978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private community, my weekly blueprint, and my market commentaries.</a:t>
            </a:r>
            <a:endParaRPr lang="en-US" sz="1200" dirty="0"/>
          </a:p>
        </p:txBody>
      </p:sp>
    </p:spTree>
  </p:cSld>
  <p:clrMapOvr>
    <a:masterClrMapping/>
  </p:clrMapOvr>
</p:sld>
</file>

<file path=ppt/slides/slide4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38962"/>
            <a:ext cx="7498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Now, </a:t>
            </a:r>
            <a:pPr indent="0" marL="0">
              <a:buNone/>
            </a:pPr>
            <a:r>
              <a:rPr lang="en-US" sz="2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</a:t>
            </a:r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I've just walked you through…</a:t>
            </a:r>
            <a:endParaRPr lang="en-US" sz="2200" dirty="0"/>
          </a:p>
        </p:txBody>
      </p:sp>
    </p:spTree>
  </p:cSld>
  <p:clrMapOvr>
    <a:masterClrMapping/>
  </p:clrMapOvr>
</p:sld>
</file>

<file path=ppt/slides/slide4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38962"/>
            <a:ext cx="7498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Now, </a:t>
            </a:r>
            <a:pPr indent="0" marL="0">
              <a:buNone/>
            </a:pPr>
            <a:r>
              <a:rPr lang="en-US" sz="2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</a:t>
            </a:r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I've just walked you through…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520190"/>
            <a:ext cx="7498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full model with every range I trade.</a:t>
            </a:r>
            <a:endParaRPr lang="en-US" sz="2200" dirty="0"/>
          </a:p>
        </p:txBody>
      </p:sp>
    </p:spTree>
  </p:cSld>
  <p:clrMapOvr>
    <a:masterClrMapping/>
  </p:clrMapOvr>
</p:sld>
</file>

<file path=ppt/slides/slide4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38962"/>
            <a:ext cx="7498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Now, </a:t>
            </a:r>
            <a:pPr indent="0" marL="0">
              <a:buNone/>
            </a:pPr>
            <a:r>
              <a:rPr lang="en-US" sz="2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</a:t>
            </a:r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I've just walked you through…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520190"/>
            <a:ext cx="7498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full model with every range I trade.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01418"/>
            <a:ext cx="7498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3 live sessions a week.</a:t>
            </a:r>
            <a:endParaRPr lang="en-US" sz="2200" dirty="0"/>
          </a:p>
        </p:txBody>
      </p:sp>
    </p:spTree>
  </p:cSld>
  <p:clrMapOvr>
    <a:masterClrMapping/>
  </p:clrMapOvr>
</p:sld>
</file>

<file path=ppt/slides/slide4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38962"/>
            <a:ext cx="7498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Now, </a:t>
            </a:r>
            <a:pPr indent="0" marL="0">
              <a:buNone/>
            </a:pPr>
            <a:r>
              <a:rPr lang="en-US" sz="2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</a:t>
            </a:r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I've just walked you through…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520190"/>
            <a:ext cx="7498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full model with every range I trade.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01418"/>
            <a:ext cx="7498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3 live sessions a week.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82646"/>
            <a:ext cx="749808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weekly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coaching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500" dirty="0"/>
          </a:p>
        </p:txBody>
      </p:sp>
    </p:spTree>
  </p:cSld>
  <p:clrMapOvr>
    <a:masterClrMapping/>
  </p:clrMapOvr>
</p:sld>
</file>

<file path=ppt/slides/slide4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38962"/>
            <a:ext cx="7498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Now, </a:t>
            </a:r>
            <a:pPr indent="0" marL="0">
              <a:buNone/>
            </a:pPr>
            <a:r>
              <a:rPr lang="en-US" sz="2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</a:t>
            </a:r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I've just walked you through…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520190"/>
            <a:ext cx="7498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full model with every range I trade.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01418"/>
            <a:ext cx="7498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3 live sessions a week.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82646"/>
            <a:ext cx="749808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weekly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coaching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611880"/>
            <a:ext cx="749808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community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500" dirty="0"/>
          </a:p>
        </p:txBody>
      </p:sp>
    </p:spTree>
  </p:cSld>
  <p:clrMapOvr>
    <a:masterClrMapping/>
  </p:clrMapOvr>
</p:sld>
</file>

<file path=ppt/slides/slide4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38962"/>
            <a:ext cx="7498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Now, </a:t>
            </a:r>
            <a:pPr indent="0" marL="0">
              <a:buNone/>
            </a:pPr>
            <a:r>
              <a:rPr lang="en-US" sz="2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</a:t>
            </a:r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I've just walked you through…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520190"/>
            <a:ext cx="7498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full model with every range I trade.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01418"/>
            <a:ext cx="7498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3 live sessions a week.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82646"/>
            <a:ext cx="749808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weekly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coaching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611880"/>
            <a:ext cx="749808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2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community</a:t>
            </a:r>
            <a:pPr indent="0" marL="0"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341114"/>
            <a:ext cx="7498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 is already an </a:t>
            </a:r>
            <a:pPr indent="0" marL="0">
              <a:buNone/>
            </a:pPr>
            <a:r>
              <a:rPr lang="en-US" sz="2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enormous</a:t>
            </a:r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amount of support.</a:t>
            </a:r>
            <a:endParaRPr lang="en-US" sz="2200" dirty="0"/>
          </a:p>
        </p:txBody>
      </p:sp>
    </p:spTree>
  </p:cSld>
  <p:clrMapOvr>
    <a:masterClrMapping/>
  </p:clrMapOvr>
</p:sld>
</file>

<file path=ppt/slides/slide4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most of the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students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 showed you at the start of today?</a:t>
            </a:r>
            <a:endParaRPr lang="en-US" sz="4000" dirty="0"/>
          </a:p>
        </p:txBody>
      </p:sp>
    </p:spTree>
  </p:cSld>
  <p:clrMapOvr>
    <a:masterClrMapping/>
  </p:clrMapOvr>
</p:sld>
</file>

<file path=ppt/slides/slide4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They had exactly that, and nothing else, and they still got those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results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000" dirty="0"/>
          </a:p>
        </p:txBody>
      </p:sp>
    </p:spTree>
  </p:cSld>
  <p:clrMapOvr>
    <a:masterClrMapping/>
  </p:clrMapOvr>
</p:sld>
</file>

<file path=ppt/slides/slide4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But since you're here with me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right now…</a:t>
            </a:r>
            <a:endParaRPr lang="en-US" sz="4600" dirty="0"/>
          </a:p>
        </p:txBody>
      </p:sp>
    </p:spTree>
  </p:cSld>
  <p:clrMapOvr>
    <a:masterClrMapping/>
  </p:clrMapOvr>
</p:sld>
</file>

<file path=ppt/slides/slide4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decided to add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bonuses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on top of it.</a:t>
            </a:r>
            <a:endParaRPr lang="en-US" sz="4600" dirty="0"/>
          </a:p>
        </p:txBody>
      </p:sp>
    </p:spTree>
  </p:cSld>
  <p:clrMapOvr>
    <a:masterClrMapping/>
  </p:clrMapOvr>
</p:sld>
</file>

<file path=ppt/slides/slide4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69948"/>
            <a:ext cx="749808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I'm doing it this way on purpose, because every one of these solves a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specific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problem I already know you're going to run into.</a:t>
            </a:r>
            <a:endParaRPr lang="en-US" sz="2800" dirty="0"/>
          </a:p>
        </p:txBody>
      </p:sp>
    </p:spTree>
  </p:cSld>
  <p:clrMapOvr>
    <a:masterClrMapping/>
  </p:clrMapOvr>
</p:sld>
</file>

<file path=ppt/slides/slide4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1: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011680"/>
            <a:ext cx="749808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Scaling Phase - 3 extra months with me FOR FREE.</a:t>
            </a:r>
            <a:endParaRPr lang="en-US" sz="4200" dirty="0"/>
          </a:p>
        </p:txBody>
      </p:sp>
    </p:spTree>
  </p:cSld>
  <p:clrMapOvr>
    <a:masterClrMapping/>
  </p:clrMapOvr>
</p:sld>
</file>

<file path=ppt/slides/slide4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Now, don’t get me wrong…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weeks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enough to make you good at this.</a:t>
            </a:r>
            <a:endParaRPr lang="en-US" sz="4000" dirty="0"/>
          </a:p>
        </p:txBody>
      </p:sp>
    </p:spTree>
  </p:cSld>
  <p:clrMapOvr>
    <a:masterClrMapping/>
  </p:clrMapOvr>
</p:sld>
</file>

<file path=ppt/slides/slide4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I've seen it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happen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over and over.</a:t>
            </a:r>
            <a:endParaRPr lang="en-US" sz="4600" dirty="0"/>
          </a:p>
        </p:txBody>
      </p:sp>
    </p:spTree>
  </p:cSld>
  <p:clrMapOvr>
    <a:masterClrMapping/>
  </p:clrMapOvr>
</p:sld>
</file>

<file path=ppt/slides/slide4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97964"/>
            <a:ext cx="74980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But week 12 is also exactly where some traders start doing well and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immediately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get in their own way.</a:t>
            </a:r>
            <a:endParaRPr lang="en-US" sz="3200" dirty="0"/>
          </a:p>
        </p:txBody>
      </p:sp>
    </p:spTree>
  </p:cSld>
  <p:clrMapOvr>
    <a:masterClrMapping/>
  </p:clrMapOvr>
</p:sld>
</file>

<file path=ppt/slides/slide4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69948"/>
            <a:ext cx="749808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You've got a couple of green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weeks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you start sizing up, and that's the point where you either go full time or keep struggling with inconsistency.</a:t>
            </a:r>
            <a:endParaRPr lang="en-US" sz="2800" dirty="0"/>
          </a:p>
        </p:txBody>
      </p:sp>
    </p:spTree>
  </p:cSld>
  <p:clrMapOvr>
    <a:masterClrMapping/>
  </p:clrMapOvr>
</p:sld>
</file>

<file path=ppt/slides/slide4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if you're in today, you don't stop at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12.</a:t>
            </a:r>
            <a:endParaRPr lang="en-US" sz="4600" dirty="0"/>
          </a:p>
        </p:txBody>
      </p:sp>
    </p:spTree>
  </p:cSld>
  <p:clrMapOvr>
    <a:masterClrMapping/>
  </p:clrMapOvr>
</p:sld>
</file>

<file path=ppt/slides/slide4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859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get another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months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with me on the other side of it, while you're actually scaling.</a:t>
            </a:r>
            <a:endParaRPr lang="en-US" sz="4000" dirty="0"/>
          </a:p>
        </p:txBody>
      </p:sp>
    </p:spTree>
  </p:cSld>
  <p:clrMapOvr>
    <a:masterClrMapping/>
  </p:clrMapOvr>
</p:sld>
</file>

<file path=ppt/slides/slide4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859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group coaching, the live sessions, the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community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all of it continues.</a:t>
            </a:r>
            <a:endParaRPr lang="en-US" sz="4000" dirty="0"/>
          </a:p>
        </p:txBody>
      </p:sp>
    </p:spTree>
  </p:cSld>
  <p:clrMapOvr>
    <a:masterClrMapping/>
  </p:clrMapOvr>
</p:sld>
</file>

<file path=ppt/slides/slide4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520190"/>
            <a:ext cx="0" cy="2103120"/>
          </a:xfrm>
          <a:prstGeom prst="line">
            <a:avLst/>
          </a:prstGeom>
          <a:noFill/>
          <a:ln w="25400">
            <a:solidFill>
              <a:srgbClr val="2E2E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1428750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474470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36017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212848" y="1360170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1on1 Onboarding call, just you and me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49374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95094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178079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212848" y="1780794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Time Based Ranges Course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269998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2" name="Shape 10"/>
          <p:cNvSpPr/>
          <p:nvPr/>
        </p:nvSpPr>
        <p:spPr>
          <a:xfrm>
            <a:off x="685800" y="2315718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220141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212848" y="2201418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live trading sessions with me, every single week.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2690622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6" name="Shape 14"/>
          <p:cNvSpPr/>
          <p:nvPr/>
        </p:nvSpPr>
        <p:spPr>
          <a:xfrm>
            <a:off x="685800" y="2736342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262204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212848" y="2622042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group coaching calls.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3111246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3156966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" y="304266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5)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212848" y="3042666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private community, my weekly blueprint, and my market commentaries.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360" y="3486150"/>
            <a:ext cx="274320" cy="2743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4400" y="346329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1: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212848" y="3463290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Scaling Phase - 3 extra months with me FOR FREE.</a:t>
            </a:r>
            <a:endParaRPr lang="en-US" sz="1200" dirty="0"/>
          </a:p>
        </p:txBody>
      </p:sp>
    </p:spTree>
  </p:cSld>
  <p:clrMapOvr>
    <a:masterClrMapping/>
  </p:clrMapOvr>
</p:sld>
</file>

<file path=ppt/slides/slide4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2: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011680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I'll pay for your first prop firm challenge myself.</a:t>
            </a:r>
            <a:endParaRPr lang="en-US" sz="4600" dirty="0"/>
          </a:p>
        </p:txBody>
      </p:sp>
    </p:spTree>
  </p:cSld>
  <p:clrMapOvr>
    <a:masterClrMapping/>
  </p:clrMapOvr>
</p:sld>
</file>

<file path=ppt/slides/slide4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661922"/>
            <a:ext cx="7498080" cy="2208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Almost everybody comes to me wanting a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funded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account…</a:t>
            </a:r>
            <a:endParaRPr lang="en-US" sz="4600" dirty="0"/>
          </a:p>
        </p:txBody>
      </p:sp>
    </p:spTree>
  </p:cSld>
  <p:clrMapOvr>
    <a:masterClrMapping/>
  </p:clrMapOvr>
</p:sld>
</file>

<file path=ppt/slides/slide4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almost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everybody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has the same story.</a:t>
            </a:r>
            <a:endParaRPr lang="en-US" sz="4600" dirty="0"/>
          </a:p>
        </p:txBody>
      </p:sp>
    </p:spTree>
  </p:cSld>
  <p:clrMapOvr>
    <a:masterClrMapping/>
  </p:clrMapOvr>
</p:sld>
</file>

<file path=ppt/slides/slide4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859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They paid for a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challenge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before they were ready, they failed it on day 4, and they paid again.</a:t>
            </a:r>
            <a:endParaRPr lang="en-US" sz="4000" dirty="0"/>
          </a:p>
        </p:txBody>
      </p:sp>
    </p:spTree>
  </p:cSld>
  <p:clrMapOvr>
    <a:masterClrMapping/>
  </p:clrMapOvr>
</p:sld>
</file>

<file path=ppt/slides/slide4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23444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again.</a:t>
            </a:r>
            <a:endParaRPr lang="en-US" sz="10000" dirty="0"/>
          </a:p>
        </p:txBody>
      </p:sp>
    </p:spTree>
  </p:cSld>
  <p:clrMapOvr>
    <a:masterClrMapping/>
  </p:clrMapOvr>
</p:sld>
</file>

<file path=ppt/slides/slide4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859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few hundred dollars a go, and every failed one makes you a bit more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scared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of the next.</a:t>
            </a:r>
            <a:endParaRPr lang="en-US" sz="4000" dirty="0"/>
          </a:p>
        </p:txBody>
      </p:sp>
    </p:spTree>
  </p:cSld>
  <p:clrMapOvr>
    <a:masterClrMapping/>
  </p:clrMapOvr>
</p:sld>
</file>

<file path=ppt/slides/slide4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350008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we do it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differently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5200" dirty="0"/>
          </a:p>
        </p:txBody>
      </p:sp>
    </p:spTree>
  </p:cSld>
  <p:clrMapOvr>
    <a:masterClrMapping/>
  </p:clrMapOvr>
</p:sld>
</file>

<file path=ppt/slides/slide4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don't touch a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challenge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until I say you're ready for one.</a:t>
            </a:r>
            <a:endParaRPr lang="en-US" sz="4000" dirty="0"/>
          </a:p>
        </p:txBody>
      </p:sp>
    </p:spTree>
  </p:cSld>
  <p:clrMapOvr>
    <a:masterClrMapping/>
  </p:clrMapOvr>
</p:sld>
</file>

<file path=ppt/slides/slide4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when I do say it, I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pay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it.</a:t>
            </a:r>
            <a:endParaRPr lang="en-US" sz="4600" dirty="0"/>
          </a:p>
        </p:txBody>
      </p:sp>
    </p:spTree>
  </p:cSld>
  <p:clrMapOvr>
    <a:masterClrMapping/>
  </p:clrMapOvr>
</p:sld>
</file>

<file path=ppt/slides/slide4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339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 of my own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pocket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5200" dirty="0"/>
          </a:p>
        </p:txBody>
      </p:sp>
    </p:spTree>
  </p:cSld>
  <p:clrMapOvr>
    <a:masterClrMapping/>
  </p:clrMapOvr>
</p:sld>
</file>

<file path=ppt/slides/slide4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859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Because if I'm telling you you're ready, I should be the one taking the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risk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on that, not you.</a:t>
            </a:r>
            <a:endParaRPr lang="en-US" sz="4000" dirty="0"/>
          </a:p>
        </p:txBody>
      </p:sp>
    </p:spTree>
  </p:cSld>
  <p:clrMapOvr>
    <a:masterClrMapping/>
  </p:clrMapOvr>
</p:sld>
</file>

<file path=ppt/slides/slide4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309878"/>
            <a:ext cx="0" cy="2523744"/>
          </a:xfrm>
          <a:prstGeom prst="line">
            <a:avLst/>
          </a:prstGeom>
          <a:noFill/>
          <a:ln w="25400">
            <a:solidFill>
              <a:srgbClr val="2E2E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1218438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264158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14985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212848" y="1149858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1on1 Onboarding call, just you and me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639062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684782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157048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212848" y="1570482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Time Based Ranges Course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059686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2" name="Shape 10"/>
          <p:cNvSpPr/>
          <p:nvPr/>
        </p:nvSpPr>
        <p:spPr>
          <a:xfrm>
            <a:off x="685800" y="2105406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199110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212848" y="1991106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live trading sessions with me, every single week.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2480310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6" name="Shape 14"/>
          <p:cNvSpPr/>
          <p:nvPr/>
        </p:nvSpPr>
        <p:spPr>
          <a:xfrm>
            <a:off x="685800" y="2526030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241173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212848" y="2411730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group coaching calls.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2900934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2946654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" y="283235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5)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212848" y="2832354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private community, my weekly blueprint, and my market commentaries.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3321558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24" name="Shape 22"/>
          <p:cNvSpPr/>
          <p:nvPr/>
        </p:nvSpPr>
        <p:spPr>
          <a:xfrm>
            <a:off x="685800" y="3367278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400" y="325297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1: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2212848" y="3252978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Scaling Phase - 3 extra months with me FOR FREE.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94360" y="3696462"/>
            <a:ext cx="274320" cy="2743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14400" y="367360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2: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2212848" y="3673602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I'll pay for your first prop firm challenge myself.</a:t>
            </a:r>
            <a:endParaRPr lang="en-US" sz="1200" dirty="0"/>
          </a:p>
        </p:txBody>
      </p:sp>
    </p:spTree>
  </p:cSld>
  <p:clrMapOvr>
    <a:masterClrMapping/>
  </p:clrMapOvr>
</p:sld>
</file>

<file path=ppt/slides/slide4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3: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011680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Unlimited 1on1 DM access to me.</a:t>
            </a:r>
            <a:endParaRPr lang="en-US" sz="4600" dirty="0"/>
          </a:p>
        </p:txBody>
      </p:sp>
    </p:spTree>
  </p:cSld>
  <p:clrMapOvr>
    <a:masterClrMapping/>
  </p:clrMapOvr>
</p:sld>
</file>

<file path=ppt/slides/slide4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339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the whole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program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5200" dirty="0"/>
          </a:p>
        </p:txBody>
      </p:sp>
    </p:spTree>
  </p:cSld>
  <p:clrMapOvr>
    <a:masterClrMapping/>
  </p:clrMapOvr>
</p:sld>
</file>

<file path=ppt/slides/slide4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7419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know the feeling of taking a trade and then sitting there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afterwards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not sure whether you actually did it right?</a:t>
            </a:r>
            <a:endParaRPr lang="en-US" sz="3200" dirty="0"/>
          </a:p>
        </p:txBody>
      </p:sp>
    </p:spTree>
  </p:cSld>
  <p:clrMapOvr>
    <a:masterClrMapping/>
  </p:clrMapOvr>
</p:sld>
</file>

<file path=ppt/slides/slide4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97964"/>
            <a:ext cx="74980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Green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red, it doesn't matter, you genuinely can't tell if you followed the model or got away with it.</a:t>
            </a:r>
            <a:endParaRPr lang="en-US" sz="3200" dirty="0"/>
          </a:p>
        </p:txBody>
      </p:sp>
    </p:spTree>
  </p:cSld>
  <p:clrMapOvr>
    <a:masterClrMapping/>
  </p:clrMapOvr>
</p:sld>
</file>

<file path=ppt/slides/slide4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97964"/>
            <a:ext cx="74980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That's the thing that keeps people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stuck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years, because you can't fix something you can't see.</a:t>
            </a:r>
            <a:endParaRPr lang="en-US" sz="3200" dirty="0"/>
          </a:p>
        </p:txBody>
      </p:sp>
    </p:spTree>
  </p:cSld>
  <p:clrMapOvr>
    <a:masterClrMapping/>
  </p:clrMapOvr>
</p:sld>
</file>

<file path=ppt/slides/slide4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350008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you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send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it to me.</a:t>
            </a:r>
            <a:endParaRPr lang="en-US" sz="5200" dirty="0"/>
          </a:p>
        </p:txBody>
      </p:sp>
    </p:spTree>
  </p:cSld>
  <p:clrMapOvr>
    <a:masterClrMapping/>
  </p:clrMapOvr>
</p:sld>
</file>

<file path=ppt/slides/slide4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chart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what you did, why you did it.</a:t>
            </a:r>
            <a:endParaRPr lang="en-US" sz="4600" dirty="0"/>
          </a:p>
        </p:txBody>
      </p:sp>
    </p:spTree>
  </p:cSld>
  <p:clrMapOvr>
    <a:masterClrMapping/>
  </p:clrMapOvr>
</p:sld>
</file>

<file path=ppt/slides/slide4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859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I'll tell you what actually happened, which is usually not what you thought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happened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000" dirty="0"/>
          </a:p>
        </p:txBody>
      </p:sp>
    </p:spTree>
  </p:cSld>
  <p:clrMapOvr>
    <a:masterClrMapping/>
  </p:clrMapOvr>
</p:sld>
</file>

<file path=ppt/slides/slide4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68680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I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mean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me.</a:t>
            </a:r>
            <a:endParaRPr lang="en-US" sz="5200" dirty="0"/>
          </a:p>
        </p:txBody>
      </p:sp>
    </p:spTree>
  </p:cSld>
  <p:clrMapOvr>
    <a:masterClrMapping/>
  </p:clrMapOvr>
</p:sld>
</file>

<file path=ppt/slides/slide4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68680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I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mean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me.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a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chatbot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not a coach I hired.</a:t>
            </a:r>
            <a:endParaRPr lang="en-US" sz="4600" dirty="0"/>
          </a:p>
        </p:txBody>
      </p:sp>
    </p:spTree>
  </p:cSld>
  <p:clrMapOvr>
    <a:masterClrMapping/>
  </p:clrMapOvr>
</p:sld>
</file>

<file path=ppt/slides/slide4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68680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I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mean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me.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a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chatbot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not a coach I hired.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831336"/>
            <a:ext cx="7498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Me.</a:t>
            </a:r>
            <a:endParaRPr lang="en-US" sz="5200" dirty="0"/>
          </a:p>
        </p:txBody>
      </p:sp>
    </p:spTree>
  </p:cSld>
  <p:clrMapOvr>
    <a:masterClrMapping/>
  </p:clrMapOvr>
</p:sld>
</file>

<file path=ppt/slides/slide4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9566"/>
            <a:ext cx="0" cy="2944368"/>
          </a:xfrm>
          <a:prstGeom prst="line">
            <a:avLst/>
          </a:prstGeom>
          <a:noFill/>
          <a:ln w="25400">
            <a:solidFill>
              <a:srgbClr val="2E2E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1008126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053846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93954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212848" y="939546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1on1 Onboarding call, just you and me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428750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474470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136017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212848" y="1360170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Time Based Ranges Course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849374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2" name="Shape 10"/>
          <p:cNvSpPr/>
          <p:nvPr/>
        </p:nvSpPr>
        <p:spPr>
          <a:xfrm>
            <a:off x="685800" y="1895094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178079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212848" y="1780794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live trading sessions with me, every single week.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2269998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6" name="Shape 14"/>
          <p:cNvSpPr/>
          <p:nvPr/>
        </p:nvSpPr>
        <p:spPr>
          <a:xfrm>
            <a:off x="685800" y="2315718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220141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212848" y="2201418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group coaching calls.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2690622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2736342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" y="262204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5)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212848" y="2622042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private community, my weekly blueprint, and my market commentaries.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3111246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24" name="Shape 22"/>
          <p:cNvSpPr/>
          <p:nvPr/>
        </p:nvSpPr>
        <p:spPr>
          <a:xfrm>
            <a:off x="685800" y="3156966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400" y="304266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1: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2212848" y="3042666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Scaling Phase - 3 extra months with me FOR FREE.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3531870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28" name="Shape 26"/>
          <p:cNvSpPr/>
          <p:nvPr/>
        </p:nvSpPr>
        <p:spPr>
          <a:xfrm>
            <a:off x="685800" y="3577590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400" y="346329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2: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2212848" y="3463290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I'll pay for your first prop firm challenge myself.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" y="3906774"/>
            <a:ext cx="274320" cy="2743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4400" y="388391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3: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2212848" y="3883914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Unlimited 1on1 DM access to me.</a:t>
            </a:r>
            <a:endParaRPr lang="en-US" sz="1200" dirty="0"/>
          </a:p>
        </p:txBody>
      </p:sp>
    </p:spTree>
  </p:cSld>
  <p:clrMapOvr>
    <a:masterClrMapping/>
  </p:clrMapOvr>
</p:sld>
</file>

<file path=ppt/slides/slide4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now the one I've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saved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last.</a:t>
            </a:r>
            <a:endParaRPr lang="en-US" sz="4600" dirty="0"/>
          </a:p>
        </p:txBody>
      </p:sp>
    </p:spTree>
  </p:cSld>
  <p:clrMapOvr>
    <a:masterClrMapping/>
  </p:clrMapOvr>
</p:sld>
</file>

<file path=ppt/slides/slide4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Because this is the one that makes the biggest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difference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by a mile.</a:t>
            </a:r>
            <a:endParaRPr lang="en-US" sz="4000" dirty="0"/>
          </a:p>
        </p:txBody>
      </p:sp>
    </p:spTree>
  </p:cSld>
  <p:clrMapOvr>
    <a:masterClrMapping/>
  </p:clrMapOvr>
</p:sld>
</file>

<file path=ppt/slides/slide4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4: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011680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 weekly 1on1 calls with me</a:t>
            </a:r>
            <a:endParaRPr lang="en-US" sz="4600" dirty="0"/>
          </a:p>
        </p:txBody>
      </p:sp>
    </p:spTree>
  </p:cSld>
  <p:clrMapOvr>
    <a:masterClrMapping/>
  </p:clrMapOvr>
</p:sld>
</file>

<file path=ppt/slides/slide4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Everyone in this industry loves the words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"1 on 1"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4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7419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then it turns out to be a call with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200 people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on it where you might get to ask one question if you're quick enough.</a:t>
            </a:r>
            <a:endParaRPr lang="en-US" sz="3200" dirty="0"/>
          </a:p>
        </p:txBody>
      </p:sp>
    </p:spTree>
  </p:cSld>
  <p:clrMapOvr>
    <a:masterClrMapping/>
  </p:clrMapOvr>
</p:sld>
</file>

<file path=ppt/slides/slide4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339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That's not what this is.</a:t>
            </a:r>
            <a:endParaRPr lang="en-US" sz="5200" dirty="0"/>
          </a:p>
        </p:txBody>
      </p:sp>
    </p:spTree>
  </p:cSld>
  <p:clrMapOvr>
    <a:masterClrMapping/>
  </p:clrMapOvr>
</p:sld>
</file>

<file path=ppt/slides/slide4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the first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months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every 2 weeks you and I get on a call.</a:t>
            </a:r>
            <a:endParaRPr lang="en-US" sz="4000" dirty="0"/>
          </a:p>
        </p:txBody>
      </p:sp>
    </p:spTree>
  </p:cSld>
  <p:clrMapOvr>
    <a:masterClrMapping/>
  </p:clrMapOvr>
</p:sld>
</file>

<file path=ppt/slides/slide4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 go through your last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weeks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properly.</a:t>
            </a:r>
            <a:endParaRPr lang="en-US" sz="4600" dirty="0"/>
          </a:p>
        </p:txBody>
      </p:sp>
    </p:spTree>
  </p:cSld>
  <p:clrMapOvr>
    <a:masterClrMapping/>
  </p:clrMapOvr>
</p:sld>
</file>

<file path=ppt/slides/slide4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97964"/>
            <a:ext cx="74980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you took, what you skipped, where your sizing is, what's actually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stopping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you from moving forward.</a:t>
            </a:r>
            <a:endParaRPr lang="en-US" sz="3200" dirty="0"/>
          </a:p>
        </p:txBody>
      </p:sp>
    </p:spTree>
  </p:cSld>
  <p:clrMapOvr>
    <a:masterClrMapping/>
  </p:clrMapOvr>
</p:sld>
</file>

<file path=ppt/slides/slide4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859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then you leave that call knowing exactly what you're working on for the next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weeks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000" dirty="0"/>
          </a:p>
        </p:txBody>
      </p:sp>
    </p:spTree>
  </p:cSld>
  <p:clrMapOvr>
    <a:masterClrMapping/>
  </p:clrMapOvr>
</p:sld>
</file>

<file path=ppt/slides/slide4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339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top of the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sessions.</a:t>
            </a:r>
            <a:endParaRPr lang="en-US" sz="5200" dirty="0"/>
          </a:p>
        </p:txBody>
      </p:sp>
    </p:spTree>
  </p:cSld>
  <p:clrMapOvr>
    <a:masterClrMapping/>
  </p:clrMapOvr>
</p:sld>
</file>

<file path=ppt/slides/slide4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339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top of the weekly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coaching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5200" dirty="0"/>
          </a:p>
        </p:txBody>
      </p:sp>
    </p:spTree>
  </p:cSld>
  <p:clrMapOvr>
    <a:masterClrMapping/>
  </p:clrMapOvr>
</p:sld>
</file>

<file path=ppt/slides/slide4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661922"/>
            <a:ext cx="7498080" cy="2208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top of being able to message me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whenever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you want.</a:t>
            </a:r>
            <a:endParaRPr lang="en-US" sz="4600" dirty="0"/>
          </a:p>
        </p:txBody>
      </p:sp>
    </p:spTree>
  </p:cSld>
  <p:clrMapOvr>
    <a:masterClrMapping/>
  </p:clrMapOvr>
</p:sld>
</file>

<file path=ppt/slides/slide4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859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built it this way because I wanted it to be genuinely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unreasonable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you not to make it.</a:t>
            </a:r>
            <a:endParaRPr lang="en-US" sz="4000" dirty="0"/>
          </a:p>
        </p:txBody>
      </p:sp>
    </p:spTree>
  </p:cSld>
  <p:clrMapOvr>
    <a:masterClrMapping/>
  </p:clrMapOvr>
</p:sld>
</file>

<file path=ppt/slides/slide4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889254"/>
            <a:ext cx="0" cy="3364992"/>
          </a:xfrm>
          <a:prstGeom prst="line">
            <a:avLst/>
          </a:prstGeom>
          <a:noFill/>
          <a:ln w="25400">
            <a:solidFill>
              <a:srgbClr val="2E2E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797814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843534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72923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212848" y="729234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1on1 Onboarding call, just you and me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218438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264158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114985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212848" y="1149858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Time Based Ranges Course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639062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2" name="Shape 10"/>
          <p:cNvSpPr/>
          <p:nvPr/>
        </p:nvSpPr>
        <p:spPr>
          <a:xfrm>
            <a:off x="685800" y="1684782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157048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212848" y="1570482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live trading sessions with me, every single week.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2059686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6" name="Shape 14"/>
          <p:cNvSpPr/>
          <p:nvPr/>
        </p:nvSpPr>
        <p:spPr>
          <a:xfrm>
            <a:off x="685800" y="2105406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199110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212848" y="1991106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group coaching calls.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2480310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2526030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" y="241173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5)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212848" y="2411730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private community, my weekly blueprint, and my market commentaries.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2900934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24" name="Shape 22"/>
          <p:cNvSpPr/>
          <p:nvPr/>
        </p:nvSpPr>
        <p:spPr>
          <a:xfrm>
            <a:off x="685800" y="2946654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400" y="283235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1: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2212848" y="2832354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Scaling Phase - 3 extra months with me FOR FREE.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3321558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28" name="Shape 26"/>
          <p:cNvSpPr/>
          <p:nvPr/>
        </p:nvSpPr>
        <p:spPr>
          <a:xfrm>
            <a:off x="685800" y="3367278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400" y="325297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2: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2212848" y="3252978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I'll pay for your first prop firm challenge myself.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" y="3742182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2" name="Shape 30"/>
          <p:cNvSpPr/>
          <p:nvPr/>
        </p:nvSpPr>
        <p:spPr>
          <a:xfrm>
            <a:off x="685800" y="3787902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914400" y="367360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3: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212848" y="3673602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Unlimited 1on1 DM access to me.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94360" y="4117086"/>
            <a:ext cx="274320" cy="2743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14400" y="409422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4: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2212848" y="4094226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 weekly 1on1 calls with me</a:t>
            </a:r>
            <a:endParaRPr lang="en-US" sz="1200" dirty="0"/>
          </a:p>
        </p:txBody>
      </p:sp>
    </p:spTree>
  </p:cSld>
  <p:clrMapOvr>
    <a:masterClrMapping/>
  </p:clrMapOvr>
</p:sld>
</file>

<file path=ppt/slides/slide4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Now, here's the part I said we'd come back to… the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guarantee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000" dirty="0"/>
          </a:p>
        </p:txBody>
      </p:sp>
    </p:spTree>
  </p:cSld>
  <p:clrMapOvr>
    <a:masterClrMapping/>
  </p:clrMapOvr>
</p:sld>
</file>

<file path=ppt/slides/slide4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69948"/>
            <a:ext cx="749808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you go through the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months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with me and you're still not consistently profitable, and you still haven't passed a prop firm challenge…</a:t>
            </a:r>
            <a:endParaRPr lang="en-US" sz="2800" dirty="0"/>
          </a:p>
        </p:txBody>
      </p:sp>
    </p:spTree>
  </p:cSld>
  <p:clrMapOvr>
    <a:masterClrMapping/>
  </p:clrMapOvr>
</p:sld>
</file>

<file path=ppt/slides/slide4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00100"/>
            <a:ext cx="749808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keep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working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with you.</a:t>
            </a:r>
            <a:endParaRPr lang="en-US" sz="4600" dirty="0"/>
          </a:p>
        </p:txBody>
      </p:sp>
    </p:spTree>
  </p:cSld>
  <p:clrMapOvr>
    <a:masterClrMapping/>
  </p:clrMapOvr>
</p:sld>
</file>

<file path=ppt/slides/slide4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00100"/>
            <a:ext cx="749808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keep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working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with you.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65376"/>
            <a:ext cx="749808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Personally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4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00100"/>
            <a:ext cx="749808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keep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working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with you.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65376"/>
            <a:ext cx="749808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Personally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930652"/>
            <a:ext cx="749808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free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4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00100"/>
            <a:ext cx="749808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keep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working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with you.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65376"/>
            <a:ext cx="749808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Personally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930652"/>
            <a:ext cx="749808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free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995928"/>
            <a:ext cx="749808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Until you're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funded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4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7419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I want to tell you why I can offer that, because a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guarantee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this strong usually makes people suspicious, and it should.</a:t>
            </a:r>
            <a:endParaRPr lang="en-US" sz="3200" dirty="0"/>
          </a:p>
        </p:txBody>
      </p:sp>
    </p:spTree>
  </p:cSld>
  <p:clrMapOvr>
    <a:masterClrMapping/>
  </p:clrMapOvr>
</p:sld>
</file>

<file path=ppt/slides/slide4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928116"/>
            <a:ext cx="74980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It's because I'm not letting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200 people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in.</a:t>
            </a:r>
            <a:endParaRPr lang="en-US" sz="3200" dirty="0"/>
          </a:p>
        </p:txBody>
      </p:sp>
    </p:spTree>
  </p:cSld>
  <p:clrMapOvr>
    <a:masterClrMapping/>
  </p:clrMapOvr>
</p:sld>
</file>

<file path=ppt/slides/slide4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928116"/>
            <a:ext cx="74980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It's because I'm not letting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200 people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81428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I'm on the </a:t>
            </a:r>
            <a:pPr indent="0" marL="0">
              <a:buNone/>
            </a:pPr>
            <a:r>
              <a:rPr lang="en-US" sz="3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pPr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sessions.</a:t>
            </a:r>
            <a:endParaRPr lang="en-US" sz="3600" dirty="0"/>
          </a:p>
        </p:txBody>
      </p:sp>
    </p:spTree>
  </p:cSld>
  <p:clrMapOvr>
    <a:masterClrMapping/>
  </p:clrMapOvr>
</p:sld>
</file>

<file path=ppt/slides/slide4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928116"/>
            <a:ext cx="74980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It's because I'm not letting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200 people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81428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I'm on the </a:t>
            </a:r>
            <a:pPr indent="0" marL="0">
              <a:buNone/>
            </a:pPr>
            <a:r>
              <a:rPr lang="en-US" sz="3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pPr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sessions.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186684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I'm on your </a:t>
            </a:r>
            <a:pPr indent="0" marL="0">
              <a:buNone/>
            </a:pPr>
            <a:r>
              <a:rPr lang="en-US" sz="3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1on1</a:t>
            </a:r>
            <a:pPr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calls.</a:t>
            </a:r>
            <a:endParaRPr lang="en-US" sz="3600" dirty="0"/>
          </a:p>
        </p:txBody>
      </p:sp>
    </p:spTree>
  </p:cSld>
  <p:clrMapOvr>
    <a:masterClrMapping/>
  </p:clrMapOvr>
</p:sld>
</file>

<file path=ppt/slides/slide4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928116"/>
            <a:ext cx="74980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It's because I'm not letting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200 people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81428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I'm on the </a:t>
            </a:r>
            <a:pPr indent="0" marL="0">
              <a:buNone/>
            </a:pPr>
            <a:r>
              <a:rPr lang="en-US" sz="3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pPr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sessions.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186684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I'm on your </a:t>
            </a:r>
            <a:pPr indent="0" marL="0">
              <a:buNone/>
            </a:pPr>
            <a:r>
              <a:rPr lang="en-US" sz="3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1on1</a:t>
            </a:r>
            <a:pPr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calls.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091940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I'm the one answering your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DMs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3200" dirty="0"/>
          </a:p>
        </p:txBody>
      </p:sp>
    </p:spTree>
  </p:cSld>
  <p:clrMapOvr>
    <a:masterClrMapping/>
  </p:clrMapOvr>
</p:sld>
</file>

<file path=ppt/slides/slide4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There is a hard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limit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on how many people I can do that for…</a:t>
            </a:r>
            <a:endParaRPr lang="en-US" sz="4000" dirty="0"/>
          </a:p>
        </p:txBody>
      </p:sp>
    </p:spTree>
  </p:cSld>
  <p:clrMapOvr>
    <a:masterClrMapping/>
  </p:clrMapOvr>
</p:sld>
</file>

<file path=ppt/slides/slide4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because there is, I can afford to add that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guarantee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all the bonuses for free.</a:t>
            </a:r>
            <a:endParaRPr lang="en-US" sz="4000" dirty="0"/>
          </a:p>
        </p:txBody>
      </p:sp>
    </p:spTree>
  </p:cSld>
  <p:clrMapOvr>
    <a:masterClrMapping/>
  </p:clrMapOvr>
</p:sld>
</file>

<file path=ppt/slides/slide4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Which brings me to the last thing I need to be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straight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with you about.</a:t>
            </a:r>
            <a:endParaRPr lang="en-US" sz="4000" dirty="0"/>
          </a:p>
        </p:txBody>
      </p:sp>
    </p:spTree>
  </p:cSld>
  <p:clrMapOvr>
    <a:masterClrMapping/>
  </p:clrMapOvr>
</p:sld>
</file>

<file path=ppt/slides/slide4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There are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hundreds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of you here right now.</a:t>
            </a:r>
            <a:endParaRPr lang="en-US" sz="4600" dirty="0"/>
          </a:p>
        </p:txBody>
      </p:sp>
    </p:spTree>
  </p:cSld>
  <p:clrMapOvr>
    <a:masterClrMapping/>
  </p:clrMapOvr>
</p:sld>
</file>

<file path=ppt/slides/slide4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91540"/>
            <a:ext cx="7498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 just added on top…</a:t>
            </a:r>
            <a:endParaRPr lang="en-US" sz="2800" dirty="0"/>
          </a:p>
        </p:txBody>
      </p:sp>
    </p:spTree>
  </p:cSld>
  <p:clrMapOvr>
    <a:masterClrMapping/>
  </p:clrMapOvr>
</p:sld>
</file>

<file path=ppt/slides/slide4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91540"/>
            <a:ext cx="7498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 just added on top…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68780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3 extra months.</a:t>
            </a:r>
            <a:endParaRPr lang="en-US" sz="3200" dirty="0"/>
          </a:p>
        </p:txBody>
      </p:sp>
    </p:spTree>
  </p:cSld>
  <p:clrMapOvr>
    <a:masterClrMapping/>
  </p:clrMapOvr>
</p:sld>
</file>

<file path=ppt/slides/slide4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91540"/>
            <a:ext cx="7498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 just added on top…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68780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3 extra months.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10028"/>
            <a:ext cx="7498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 paying for your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challenge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800" dirty="0"/>
          </a:p>
        </p:txBody>
      </p:sp>
    </p:spTree>
  </p:cSld>
  <p:clrMapOvr>
    <a:masterClrMapping/>
  </p:clrMapOvr>
</p:sld>
</file>

<file path=ppt/slides/slide4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91540"/>
            <a:ext cx="7498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 just added on top…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68780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3 extra months.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10028"/>
            <a:ext cx="7498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 paying for your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challenge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87268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unlimited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DM access.</a:t>
            </a:r>
            <a:endParaRPr lang="en-US" sz="3200" dirty="0"/>
          </a:p>
        </p:txBody>
      </p:sp>
    </p:spTree>
  </p:cSld>
  <p:clrMapOvr>
    <a:masterClrMapping/>
  </p:clrMapOvr>
</p:sld>
</file>

<file path=ppt/slides/slide5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91540"/>
            <a:ext cx="7498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 just added on top…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68780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3 extra months.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10028"/>
            <a:ext cx="7498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 paying for your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challenge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87268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unlimited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DM access.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128516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1on1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calls.</a:t>
            </a:r>
            <a:endParaRPr lang="en-US" sz="3200" dirty="0"/>
          </a:p>
        </p:txBody>
      </p:sp>
    </p:spTree>
  </p:cSld>
  <p:clrMapOvr>
    <a:masterClrMapping/>
  </p:clrMapOvr>
</p:sld>
</file>

<file path=ppt/slides/slide5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Those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bonuses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only apply to the first 10 people who join.</a:t>
            </a:r>
            <a:endParaRPr lang="en-US" sz="4000" dirty="0"/>
          </a:p>
        </p:txBody>
      </p:sp>
    </p:spTree>
  </p:cSld>
  <p:clrMapOvr>
    <a:masterClrMapping/>
  </p:clrMapOvr>
</p:sld>
</file>

<file path=ppt/slides/slide5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339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the reason is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simple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5200" dirty="0"/>
          </a:p>
        </p:txBody>
      </p:sp>
    </p:spTree>
  </p:cSld>
  <p:clrMapOvr>
    <a:masterClrMapping/>
  </p:clrMapOvr>
</p:sld>
</file>

<file path=ppt/slides/slide5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339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Those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bonuses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are all me.</a:t>
            </a:r>
            <a:endParaRPr lang="en-US" sz="5200" dirty="0"/>
          </a:p>
        </p:txBody>
      </p:sp>
    </p:spTree>
  </p:cSld>
  <p:clrMapOvr>
    <a:masterClrMapping/>
  </p:clrMapOvr>
</p:sld>
</file>

<file path=ppt/slides/slide5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My time,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personally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every week.</a:t>
            </a:r>
            <a:endParaRPr lang="en-US" sz="4600" dirty="0"/>
          </a:p>
        </p:txBody>
      </p:sp>
    </p:spTree>
  </p:cSld>
  <p:clrMapOvr>
    <a:masterClrMapping/>
  </p:clrMapOvr>
</p:sld>
</file>

<file path=ppt/slides/slide5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can give that to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people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properly.</a:t>
            </a:r>
            <a:endParaRPr lang="en-US" sz="4600" dirty="0"/>
          </a:p>
        </p:txBody>
      </p:sp>
    </p:spTree>
  </p:cSld>
  <p:clrMapOvr>
    <a:masterClrMapping/>
  </p:clrMapOvr>
</p:sld>
</file>

<file path=ppt/slides/slide5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859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 cannot give it to 50, and I'm not going to pretend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otherwise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do a bad job of it.</a:t>
            </a:r>
            <a:endParaRPr lang="en-US" sz="4000" dirty="0"/>
          </a:p>
        </p:txBody>
      </p:sp>
    </p:spTree>
  </p:cSld>
  <p:clrMapOvr>
    <a:masterClrMapping/>
  </p:clrMapOvr>
</p:sld>
</file>

<file path=ppt/slides/slide5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once those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spots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go, and they will go, the bonuses come off.</a:t>
            </a:r>
            <a:endParaRPr lang="en-US" sz="4000" dirty="0"/>
          </a:p>
        </p:txBody>
      </p:sp>
    </p:spTree>
  </p:cSld>
  <p:clrMapOvr>
    <a:masterClrMapping/>
  </p:clrMapOvr>
</p:sld>
</file>

<file path=ppt/slides/slide5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933956"/>
            <a:ext cx="74980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core program still </a:t>
            </a:r>
            <a:pPr indent="0" marL="0">
              <a:buNone/>
            </a:pPr>
            <a:r>
              <a:rPr lang="en-US" sz="5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exists</a:t>
            </a:r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5200" dirty="0"/>
          </a:p>
        </p:txBody>
      </p:sp>
    </p:spTree>
  </p:cSld>
  <p:clrMapOvr>
    <a:masterClrMapping/>
  </p:clrMapOvr>
</p:sld>
</file>

<file path=ppt/slides/slide5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You'd still get the model, the ranges, the live sessions, the coaching, the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community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000" dirty="0"/>
          </a:p>
        </p:txBody>
      </p:sp>
    </p:spTree>
  </p:cSld>
  <p:clrMapOvr>
    <a:masterClrMapping/>
  </p:clrMapOvr>
</p:sld>
</file>

<file path=ppt/slides/slide5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741932"/>
            <a:ext cx="74980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But the level of personal access I'm offering today together with the </a:t>
            </a:r>
            <a:pPr indent="0" marL="0">
              <a:buNone/>
            </a:pPr>
            <a:r>
              <a:rPr lang="en-US" sz="3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guarantee</a:t>
            </a:r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won’t be on the table anymore.</a:t>
            </a:r>
            <a:endParaRPr lang="en-US" sz="3200" dirty="0"/>
          </a:p>
        </p:txBody>
      </p:sp>
    </p:spTree>
  </p:cSld>
  <p:clrMapOvr>
    <a:masterClrMapping/>
  </p:clrMapOvr>
</p:sld>
</file>

<file path=ppt/slides/slide5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here's what I want you to do right now.</a:t>
            </a:r>
            <a:endParaRPr lang="en-US" sz="4600" dirty="0"/>
          </a:p>
        </p:txBody>
      </p:sp>
    </p:spTree>
  </p:cSld>
  <p:clrMapOvr>
    <a:masterClrMapping/>
  </p:clrMapOvr>
</p:sld>
</file>

<file path=ppt/slides/slide5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the chat you'll see a link to the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TBR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Academy application.</a:t>
            </a:r>
            <a:endParaRPr lang="en-US" sz="4000" dirty="0"/>
          </a:p>
        </p:txBody>
      </p:sp>
    </p:spTree>
  </p:cSld>
  <p:clrMapOvr>
    <a:masterClrMapping/>
  </p:clrMapOvr>
</p:sld>
</file>

<file path=ppt/slides/slide5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Click it, it takes about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minutes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5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69948"/>
            <a:ext cx="749808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It's just a few questions about where you are right now and what you're trying to get to, so we've got some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context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before we speak.</a:t>
            </a:r>
            <a:endParaRPr lang="en-US" sz="2800" dirty="0"/>
          </a:p>
        </p:txBody>
      </p:sp>
    </p:spTree>
  </p:cSld>
  <p:clrMapOvr>
    <a:masterClrMapping/>
  </p:clrMapOvr>
</p:sld>
</file>

<file path=ppt/slides/slide5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last step is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booking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 call with me or one of my team.</a:t>
            </a:r>
            <a:endParaRPr lang="en-US" sz="4000" dirty="0"/>
          </a:p>
        </p:txBody>
      </p:sp>
    </p:spTree>
  </p:cSld>
  <p:clrMapOvr>
    <a:masterClrMapping/>
  </p:clrMapOvr>
</p:sld>
</file>

<file path=ppt/slides/slide5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661922"/>
            <a:ext cx="7498080" cy="2208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to be clear, this isn't a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high-pressure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sales call.</a:t>
            </a:r>
            <a:endParaRPr lang="en-US" sz="4600" dirty="0"/>
          </a:p>
        </p:txBody>
      </p:sp>
    </p:spTree>
  </p:cSld>
  <p:clrMapOvr>
    <a:masterClrMapping/>
  </p:clrMapOvr>
</p:sld>
</file>

<file path=ppt/slides/slide5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85900"/>
            <a:ext cx="7498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I'm working with you personally, so I have to be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selective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about who comes in.</a:t>
            </a:r>
            <a:endParaRPr lang="en-US" sz="4000" dirty="0"/>
          </a:p>
        </p:txBody>
      </p:sp>
    </p:spTree>
  </p:cSld>
  <p:clrMapOvr>
    <a:masterClrMapping/>
  </p:clrMapOvr>
</p:sld>
</file>

<file path=ppt/slides/slide5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We'll look at your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situation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work out whether this is actually right for you.</a:t>
            </a:r>
            <a:endParaRPr lang="en-US" sz="4000" dirty="0"/>
          </a:p>
        </p:txBody>
      </p:sp>
    </p:spTree>
  </p:cSld>
  <p:clrMapOvr>
    <a:masterClrMapping/>
  </p:clrMapOvr>
</p:sld>
</file>

<file path=ppt/slides/slide5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it is, we'll get you started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immediately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5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0594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it isn't, we'll tell you that too, and there's no hard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feelings</a:t>
            </a:r>
            <a:pPr indent="0" marL="0">
              <a:buNone/>
            </a:pPr>
            <a:r>
              <a:rPr lang="en-US" sz="4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000" dirty="0"/>
          </a:p>
        </p:txBody>
      </p:sp>
    </p:spTree>
  </p:cSld>
  <p:clrMapOvr>
    <a:masterClrMapping/>
  </p:clrMapOvr>
</p:sld>
</file>

<file path=ppt/slides/slide5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29968"/>
            <a:ext cx="7498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go ahead, the link is right there in the </a:t>
            </a:r>
            <a:pPr indent="0" marL="0">
              <a:buNone/>
            </a:pPr>
            <a:r>
              <a:rPr lang="en-US" sz="46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chat</a:t>
            </a:r>
            <a:pPr indent="0" marL="0">
              <a:buNone/>
            </a:pPr>
            <a:r>
              <a:rPr lang="en-US" sz="46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slides/slide5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778256"/>
            <a:ext cx="749808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while you're doing that, let me answer the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questions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 get asked the most…</a:t>
            </a:r>
            <a:endParaRPr lang="en-US" sz="2800" dirty="0"/>
          </a:p>
        </p:txBody>
      </p:sp>
    </p:spTree>
  </p:cSld>
  <p:clrMapOvr>
    <a:masterClrMapping/>
  </p:clrMapOvr>
</p:sld>
</file>

<file path=ppt/slides/slide5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778256"/>
            <a:ext cx="749808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while you're doing that, let me answer the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questions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 get asked the most…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88184"/>
            <a:ext cx="8866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Q1 -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782749" y="2488184"/>
            <a:ext cx="65382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"I've got a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full-time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job. Can I actually do this?"</a:t>
            </a:r>
            <a:endParaRPr lang="en-US" sz="1400" dirty="0"/>
          </a:p>
        </p:txBody>
      </p:sp>
    </p:spTree>
  </p:cSld>
  <p:clrMapOvr>
    <a:masterClrMapping/>
  </p:clrMapOvr>
</p:sld>
</file>

<file path=ppt/slides/slide5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778256"/>
            <a:ext cx="749808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while you're doing that, let me answer the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questions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 get asked the most…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88184"/>
            <a:ext cx="8866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Q1 -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782749" y="2488184"/>
            <a:ext cx="65382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"I've got a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full-time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job. Can I actually do this?"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2816"/>
            <a:ext cx="8866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Q2 -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782749" y="2972816"/>
            <a:ext cx="65382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"How long before I'm actually seeing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results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?"</a:t>
            </a:r>
            <a:endParaRPr lang="en-US" sz="1400" dirty="0"/>
          </a:p>
        </p:txBody>
      </p:sp>
    </p:spTree>
  </p:cSld>
  <p:clrMapOvr>
    <a:masterClrMapping/>
  </p:clrMapOvr>
</p:sld>
</file>

<file path=ppt/slides/slide5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778256"/>
            <a:ext cx="749808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while you're doing that, let me answer the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questions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 get asked the most…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88184"/>
            <a:ext cx="8866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Q1 -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782749" y="2488184"/>
            <a:ext cx="65382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"I've got a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full-time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job. Can I actually do this?"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2816"/>
            <a:ext cx="8866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Q2 -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782749" y="2972816"/>
            <a:ext cx="65382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"How long before I'm actually seeing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results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?"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57448"/>
            <a:ext cx="886637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Q3 -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782749" y="3457448"/>
            <a:ext cx="6538291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"I've tried mentorships before and none of them worked. Why would this be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different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?"</a:t>
            </a:r>
            <a:endParaRPr lang="en-US" sz="1400" dirty="0"/>
          </a:p>
        </p:txBody>
      </p:sp>
    </p:spTree>
  </p:cSld>
  <p:clrMapOvr>
    <a:masterClrMapping/>
  </p:clrMapOvr>
</p:sld>
</file>

<file path=ppt/slides/slide5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778256"/>
            <a:ext cx="749808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while you're doing that, let me answer the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questions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 get asked the most…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88184"/>
            <a:ext cx="8866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Q1 -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782749" y="2488184"/>
            <a:ext cx="65382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"I've got a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full-time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job. Can I actually do this?"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2816"/>
            <a:ext cx="8866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Q2 -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782749" y="2972816"/>
            <a:ext cx="65382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"How long before I'm actually seeing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results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?"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57448"/>
            <a:ext cx="886637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Q3 -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782749" y="3457448"/>
            <a:ext cx="6538291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"I've tried mentorships before and none of them worked. Why would this be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different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?"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104640"/>
            <a:ext cx="8866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Q4 -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782749" y="4104640"/>
            <a:ext cx="65382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"Do I need a big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start?"</a:t>
            </a:r>
            <a:endParaRPr lang="en-US" sz="1400" dirty="0"/>
          </a:p>
        </p:txBody>
      </p:sp>
    </p:spTree>
  </p:cSld>
  <p:clrMapOvr>
    <a:masterClrMapping/>
  </p:clrMapOvr>
</p:sld>
</file>

<file path=ppt/slides/slide5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778256"/>
            <a:ext cx="749808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while you're doing that, let me answer the </a:t>
            </a:r>
            <a:pPr indent="0" marL="0">
              <a:buNone/>
            </a:pPr>
            <a:r>
              <a:rPr lang="en-US" sz="28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questions</a:t>
            </a:r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 get asked the most…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88184"/>
            <a:ext cx="8866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Q1 -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782749" y="2488184"/>
            <a:ext cx="65382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"I've got a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full-time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job. Can I actually do this?"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2816"/>
            <a:ext cx="8866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Q2 -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782749" y="2972816"/>
            <a:ext cx="65382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"How long before I'm actually seeing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results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?"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57448"/>
            <a:ext cx="886637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Q3 -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782749" y="3457448"/>
            <a:ext cx="6538291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"I've tried mentorships before and none of them worked. Why would this be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different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?"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104640"/>
            <a:ext cx="8866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Q4 -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782749" y="4104640"/>
            <a:ext cx="65382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"Do I need a big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start?"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589272"/>
            <a:ext cx="8866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Q5 -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782749" y="4589272"/>
            <a:ext cx="65382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"Is this really </a:t>
            </a:r>
            <a:pPr indent="0" marL="0">
              <a:buNone/>
            </a:pPr>
            <a:r>
              <a:rPr lang="en-US" sz="14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1on1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 How does it actually work?"</a:t>
            </a:r>
            <a:endParaRPr lang="en-US" sz="1400" dirty="0"/>
          </a:p>
        </p:txBody>
      </p:sp>
    </p:spTree>
  </p:cSld>
  <p:clrMapOvr>
    <a:masterClrMapping/>
  </p:clrMapOvr>
</p:sld>
</file>

<file path=ppt/slides/slide5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889254"/>
            <a:ext cx="0" cy="3364992"/>
          </a:xfrm>
          <a:prstGeom prst="line">
            <a:avLst/>
          </a:prstGeom>
          <a:noFill/>
          <a:ln w="25400">
            <a:solidFill>
              <a:srgbClr val="2E2E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797814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843534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72923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212848" y="729234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1on1 Onboarding call, just you and me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218438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264158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114985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212848" y="1149858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Time Based Ranges Course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639062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2" name="Shape 10"/>
          <p:cNvSpPr/>
          <p:nvPr/>
        </p:nvSpPr>
        <p:spPr>
          <a:xfrm>
            <a:off x="685800" y="1684782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157048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212848" y="1570482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live trading sessions with me, every single week.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2059686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6" name="Shape 14"/>
          <p:cNvSpPr/>
          <p:nvPr/>
        </p:nvSpPr>
        <p:spPr>
          <a:xfrm>
            <a:off x="685800" y="2105406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199110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212848" y="1991106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group coaching calls.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2480310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2526030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" y="241173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5)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212848" y="2411730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private community, my weekly blueprint, and my market commentaries.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2900934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24" name="Shape 22"/>
          <p:cNvSpPr/>
          <p:nvPr/>
        </p:nvSpPr>
        <p:spPr>
          <a:xfrm>
            <a:off x="685800" y="2946654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400" y="283235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1: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2212848" y="2832354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Scaling Phase - 3 extra months with me FOR FREE.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3321558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28" name="Shape 26"/>
          <p:cNvSpPr/>
          <p:nvPr/>
        </p:nvSpPr>
        <p:spPr>
          <a:xfrm>
            <a:off x="685800" y="3367278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400" y="325297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2: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2212848" y="3252978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I'll pay for your first prop firm challenge myself.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" y="3742182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2" name="Shape 30"/>
          <p:cNvSpPr/>
          <p:nvPr/>
        </p:nvSpPr>
        <p:spPr>
          <a:xfrm>
            <a:off x="685800" y="3787902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914400" y="367360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3: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212848" y="3673602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Unlimited 1on1 DM access to me.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0080" y="4162806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6" name="Shape 34"/>
          <p:cNvSpPr/>
          <p:nvPr/>
        </p:nvSpPr>
        <p:spPr>
          <a:xfrm>
            <a:off x="685800" y="4208526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14400" y="409422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4: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2212848" y="4094226"/>
            <a:ext cx="6108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 weekly 1on1 calls with me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528</Slides>
  <Notes>528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528</vt:i4>
      </vt:variant>
    </vt:vector>
  </HeadingPairs>
  <TitlesOfParts>
    <vt:vector size="5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  <vt:lpstr>Slide 335</vt:lpstr>
      <vt:lpstr>Slide 336</vt:lpstr>
      <vt:lpstr>Slide 337</vt:lpstr>
      <vt:lpstr>Slide 338</vt:lpstr>
      <vt:lpstr>Slide 339</vt:lpstr>
      <vt:lpstr>Slide 340</vt:lpstr>
      <vt:lpstr>Slide 341</vt:lpstr>
      <vt:lpstr>Slide 342</vt:lpstr>
      <vt:lpstr>Slide 343</vt:lpstr>
      <vt:lpstr>Slide 344</vt:lpstr>
      <vt:lpstr>Slide 345</vt:lpstr>
      <vt:lpstr>Slide 346</vt:lpstr>
      <vt:lpstr>Slide 347</vt:lpstr>
      <vt:lpstr>Slide 348</vt:lpstr>
      <vt:lpstr>Slide 349</vt:lpstr>
      <vt:lpstr>Slide 350</vt:lpstr>
      <vt:lpstr>Slide 351</vt:lpstr>
      <vt:lpstr>Slide 352</vt:lpstr>
      <vt:lpstr>Slide 353</vt:lpstr>
      <vt:lpstr>Slide 354</vt:lpstr>
      <vt:lpstr>Slide 355</vt:lpstr>
      <vt:lpstr>Slide 356</vt:lpstr>
      <vt:lpstr>Slide 357</vt:lpstr>
      <vt:lpstr>Slide 358</vt:lpstr>
      <vt:lpstr>Slide 359</vt:lpstr>
      <vt:lpstr>Slide 360</vt:lpstr>
      <vt:lpstr>Slide 361</vt:lpstr>
      <vt:lpstr>Slide 362</vt:lpstr>
      <vt:lpstr>Slide 363</vt:lpstr>
      <vt:lpstr>Slide 364</vt:lpstr>
      <vt:lpstr>Slide 365</vt:lpstr>
      <vt:lpstr>Slide 366</vt:lpstr>
      <vt:lpstr>Slide 367</vt:lpstr>
      <vt:lpstr>Slide 368</vt:lpstr>
      <vt:lpstr>Slide 369</vt:lpstr>
      <vt:lpstr>Slide 370</vt:lpstr>
      <vt:lpstr>Slide 371</vt:lpstr>
      <vt:lpstr>Slide 372</vt:lpstr>
      <vt:lpstr>Slide 373</vt:lpstr>
      <vt:lpstr>Slide 374</vt:lpstr>
      <vt:lpstr>Slide 375</vt:lpstr>
      <vt:lpstr>Slide 376</vt:lpstr>
      <vt:lpstr>Slide 377</vt:lpstr>
      <vt:lpstr>Slide 378</vt:lpstr>
      <vt:lpstr>Slide 379</vt:lpstr>
      <vt:lpstr>Slide 380</vt:lpstr>
      <vt:lpstr>Slide 381</vt:lpstr>
      <vt:lpstr>Slide 382</vt:lpstr>
      <vt:lpstr>Slide 383</vt:lpstr>
      <vt:lpstr>Slide 384</vt:lpstr>
      <vt:lpstr>Slide 385</vt:lpstr>
      <vt:lpstr>Slide 386</vt:lpstr>
      <vt:lpstr>Slide 387</vt:lpstr>
      <vt:lpstr>Slide 388</vt:lpstr>
      <vt:lpstr>Slide 389</vt:lpstr>
      <vt:lpstr>Slide 390</vt:lpstr>
      <vt:lpstr>Slide 391</vt:lpstr>
      <vt:lpstr>Slide 392</vt:lpstr>
      <vt:lpstr>Slide 393</vt:lpstr>
      <vt:lpstr>Slide 394</vt:lpstr>
      <vt:lpstr>Slide 395</vt:lpstr>
      <vt:lpstr>Slide 396</vt:lpstr>
      <vt:lpstr>Slide 397</vt:lpstr>
      <vt:lpstr>Slide 398</vt:lpstr>
      <vt:lpstr>Slide 399</vt:lpstr>
      <vt:lpstr>Slide 400</vt:lpstr>
      <vt:lpstr>Slide 401</vt:lpstr>
      <vt:lpstr>Slide 402</vt:lpstr>
      <vt:lpstr>Slide 403</vt:lpstr>
      <vt:lpstr>Slide 404</vt:lpstr>
      <vt:lpstr>Slide 405</vt:lpstr>
      <vt:lpstr>Slide 406</vt:lpstr>
      <vt:lpstr>Slide 407</vt:lpstr>
      <vt:lpstr>Slide 408</vt:lpstr>
      <vt:lpstr>Slide 409</vt:lpstr>
      <vt:lpstr>Slide 410</vt:lpstr>
      <vt:lpstr>Slide 411</vt:lpstr>
      <vt:lpstr>Slide 412</vt:lpstr>
      <vt:lpstr>Slide 413</vt:lpstr>
      <vt:lpstr>Slide 414</vt:lpstr>
      <vt:lpstr>Slide 415</vt:lpstr>
      <vt:lpstr>Slide 416</vt:lpstr>
      <vt:lpstr>Slide 417</vt:lpstr>
      <vt:lpstr>Slide 418</vt:lpstr>
      <vt:lpstr>Slide 419</vt:lpstr>
      <vt:lpstr>Slide 420</vt:lpstr>
      <vt:lpstr>Slide 421</vt:lpstr>
      <vt:lpstr>Slide 422</vt:lpstr>
      <vt:lpstr>Slide 423</vt:lpstr>
      <vt:lpstr>Slide 424</vt:lpstr>
      <vt:lpstr>Slide 425</vt:lpstr>
      <vt:lpstr>Slide 426</vt:lpstr>
      <vt:lpstr>Slide 427</vt:lpstr>
      <vt:lpstr>Slide 428</vt:lpstr>
      <vt:lpstr>Slide 429</vt:lpstr>
      <vt:lpstr>Slide 430</vt:lpstr>
      <vt:lpstr>Slide 431</vt:lpstr>
      <vt:lpstr>Slide 432</vt:lpstr>
      <vt:lpstr>Slide 433</vt:lpstr>
      <vt:lpstr>Slide 434</vt:lpstr>
      <vt:lpstr>Slide 435</vt:lpstr>
      <vt:lpstr>Slide 436</vt:lpstr>
      <vt:lpstr>Slide 437</vt:lpstr>
      <vt:lpstr>Slide 438</vt:lpstr>
      <vt:lpstr>Slide 439</vt:lpstr>
      <vt:lpstr>Slide 440</vt:lpstr>
      <vt:lpstr>Slide 441</vt:lpstr>
      <vt:lpstr>Slide 442</vt:lpstr>
      <vt:lpstr>Slide 443</vt:lpstr>
      <vt:lpstr>Slide 444</vt:lpstr>
      <vt:lpstr>Slide 445</vt:lpstr>
      <vt:lpstr>Slide 446</vt:lpstr>
      <vt:lpstr>Slide 447</vt:lpstr>
      <vt:lpstr>Slide 448</vt:lpstr>
      <vt:lpstr>Slide 449</vt:lpstr>
      <vt:lpstr>Slide 450</vt:lpstr>
      <vt:lpstr>Slide 451</vt:lpstr>
      <vt:lpstr>Slide 452</vt:lpstr>
      <vt:lpstr>Slide 453</vt:lpstr>
      <vt:lpstr>Slide 454</vt:lpstr>
      <vt:lpstr>Slide 455</vt:lpstr>
      <vt:lpstr>Slide 456</vt:lpstr>
      <vt:lpstr>Slide 457</vt:lpstr>
      <vt:lpstr>Slide 458</vt:lpstr>
      <vt:lpstr>Slide 459</vt:lpstr>
      <vt:lpstr>Slide 460</vt:lpstr>
      <vt:lpstr>Slide 461</vt:lpstr>
      <vt:lpstr>Slide 462</vt:lpstr>
      <vt:lpstr>Slide 463</vt:lpstr>
      <vt:lpstr>Slide 464</vt:lpstr>
      <vt:lpstr>Slide 465</vt:lpstr>
      <vt:lpstr>Slide 466</vt:lpstr>
      <vt:lpstr>Slide 467</vt:lpstr>
      <vt:lpstr>Slide 468</vt:lpstr>
      <vt:lpstr>Slide 469</vt:lpstr>
      <vt:lpstr>Slide 470</vt:lpstr>
      <vt:lpstr>Slide 471</vt:lpstr>
      <vt:lpstr>Slide 472</vt:lpstr>
      <vt:lpstr>Slide 473</vt:lpstr>
      <vt:lpstr>Slide 474</vt:lpstr>
      <vt:lpstr>Slide 475</vt:lpstr>
      <vt:lpstr>Slide 476</vt:lpstr>
      <vt:lpstr>Slide 477</vt:lpstr>
      <vt:lpstr>Slide 478</vt:lpstr>
      <vt:lpstr>Slide 479</vt:lpstr>
      <vt:lpstr>Slide 480</vt:lpstr>
      <vt:lpstr>Slide 481</vt:lpstr>
      <vt:lpstr>Slide 482</vt:lpstr>
      <vt:lpstr>Slide 483</vt:lpstr>
      <vt:lpstr>Slide 484</vt:lpstr>
      <vt:lpstr>Slide 485</vt:lpstr>
      <vt:lpstr>Slide 486</vt:lpstr>
      <vt:lpstr>Slide 487</vt:lpstr>
      <vt:lpstr>Slide 488</vt:lpstr>
      <vt:lpstr>Slide 489</vt:lpstr>
      <vt:lpstr>Slide 490</vt:lpstr>
      <vt:lpstr>Slide 491</vt:lpstr>
      <vt:lpstr>Slide 492</vt:lpstr>
      <vt:lpstr>Slide 493</vt:lpstr>
      <vt:lpstr>Slide 494</vt:lpstr>
      <vt:lpstr>Slide 495</vt:lpstr>
      <vt:lpstr>Slide 496</vt:lpstr>
      <vt:lpstr>Slide 497</vt:lpstr>
      <vt:lpstr>Slide 498</vt:lpstr>
      <vt:lpstr>Slide 499</vt:lpstr>
      <vt:lpstr>Slide 500</vt:lpstr>
      <vt:lpstr>Slide 501</vt:lpstr>
      <vt:lpstr>Slide 502</vt:lpstr>
      <vt:lpstr>Slide 503</vt:lpstr>
      <vt:lpstr>Slide 504</vt:lpstr>
      <vt:lpstr>Slide 505</vt:lpstr>
      <vt:lpstr>Slide 506</vt:lpstr>
      <vt:lpstr>Slide 507</vt:lpstr>
      <vt:lpstr>Slide 508</vt:lpstr>
      <vt:lpstr>Slide 509</vt:lpstr>
      <vt:lpstr>Slide 510</vt:lpstr>
      <vt:lpstr>Slide 511</vt:lpstr>
      <vt:lpstr>Slide 512</vt:lpstr>
      <vt:lpstr>Slide 513</vt:lpstr>
      <vt:lpstr>Slide 514</vt:lpstr>
      <vt:lpstr>Slide 515</vt:lpstr>
      <vt:lpstr>Slide 516</vt:lpstr>
      <vt:lpstr>Slide 517</vt:lpstr>
      <vt:lpstr>Slide 518</vt:lpstr>
      <vt:lpstr>Slide 519</vt:lpstr>
      <vt:lpstr>Slide 520</vt:lpstr>
      <vt:lpstr>Slide 521</vt:lpstr>
      <vt:lpstr>Slide 522</vt:lpstr>
      <vt:lpstr>Slide 523</vt:lpstr>
      <vt:lpstr>Slide 524</vt:lpstr>
      <vt:lpstr>Slide 525</vt:lpstr>
      <vt:lpstr>Slide 526</vt:lpstr>
      <vt:lpstr>Slide 527</vt:lpstr>
      <vt:lpstr>Slide 528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2026-08-23T07:33:50Z</dcterms:created>
  <dcterms:modified xsi:type="dcterms:W3CDTF">2026-08-23T07:33:50Z</dcterms:modified>
</cp:coreProperties>
</file>
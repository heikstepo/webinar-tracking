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slideMasters/slideMaster235.xml" ContentType="application/vnd.openxmlformats-officedocument.presentationml.slideMaster+xml"/>
  <Override PartName="/ppt/slides/slide235.xml" ContentType="application/vnd.openxmlformats-officedocument.presentationml.slide+xml"/>
  <Override PartName="/ppt/slideMasters/slideMaster236.xml" ContentType="application/vnd.openxmlformats-officedocument.presentationml.slideMaster+xml"/>
  <Override PartName="/ppt/slides/slide236.xml" ContentType="application/vnd.openxmlformats-officedocument.presentationml.slide+xml"/>
  <Override PartName="/ppt/slideMasters/slideMaster237.xml" ContentType="application/vnd.openxmlformats-officedocument.presentationml.slideMaster+xml"/>
  <Override PartName="/ppt/slides/slide237.xml" ContentType="application/vnd.openxmlformats-officedocument.presentationml.slide+xml"/>
  <Override PartName="/ppt/slideMasters/slideMaster238.xml" ContentType="application/vnd.openxmlformats-officedocument.presentationml.slideMaster+xml"/>
  <Override PartName="/ppt/slides/slide238.xml" ContentType="application/vnd.openxmlformats-officedocument.presentationml.slide+xml"/>
  <Override PartName="/ppt/slideMasters/slideMaster239.xml" ContentType="application/vnd.openxmlformats-officedocument.presentationml.slideMaster+xml"/>
  <Override PartName="/ppt/slides/slide239.xml" ContentType="application/vnd.openxmlformats-officedocument.presentationml.slide+xml"/>
  <Override PartName="/ppt/slideMasters/slideMaster240.xml" ContentType="application/vnd.openxmlformats-officedocument.presentationml.slideMaster+xml"/>
  <Override PartName="/ppt/slides/slide240.xml" ContentType="application/vnd.openxmlformats-officedocument.presentationml.slide+xml"/>
  <Override PartName="/ppt/slideMasters/slideMaster241.xml" ContentType="application/vnd.openxmlformats-officedocument.presentationml.slideMaster+xml"/>
  <Override PartName="/ppt/slides/slide241.xml" ContentType="application/vnd.openxmlformats-officedocument.presentationml.slide+xml"/>
  <Override PartName="/ppt/slideMasters/slideMaster242.xml" ContentType="application/vnd.openxmlformats-officedocument.presentationml.slideMaster+xml"/>
  <Override PartName="/ppt/slides/slide242.xml" ContentType="application/vnd.openxmlformats-officedocument.presentationml.slide+xml"/>
  <Override PartName="/ppt/slideMasters/slideMaster243.xml" ContentType="application/vnd.openxmlformats-officedocument.presentationml.slideMaster+xml"/>
  <Override PartName="/ppt/slides/slide243.xml" ContentType="application/vnd.openxmlformats-officedocument.presentationml.slide+xml"/>
  <Override PartName="/ppt/slideMasters/slideMaster244.xml" ContentType="application/vnd.openxmlformats-officedocument.presentationml.slideMaster+xml"/>
  <Override PartName="/ppt/slides/slide244.xml" ContentType="application/vnd.openxmlformats-officedocument.presentationml.slide+xml"/>
  <Override PartName="/ppt/slideMasters/slideMaster245.xml" ContentType="application/vnd.openxmlformats-officedocument.presentationml.slideMaster+xml"/>
  <Override PartName="/ppt/slides/slide245.xml" ContentType="application/vnd.openxmlformats-officedocument.presentationml.slide+xml"/>
  <Override PartName="/ppt/slideMasters/slideMaster246.xml" ContentType="application/vnd.openxmlformats-officedocument.presentationml.slideMaster+xml"/>
  <Override PartName="/ppt/slides/slide246.xml" ContentType="application/vnd.openxmlformats-officedocument.presentationml.slide+xml"/>
  <Override PartName="/ppt/slideMasters/slideMaster247.xml" ContentType="application/vnd.openxmlformats-officedocument.presentationml.slideMaster+xml"/>
  <Override PartName="/ppt/slides/slide247.xml" ContentType="application/vnd.openxmlformats-officedocument.presentationml.slide+xml"/>
  <Override PartName="/ppt/slideMasters/slideMaster248.xml" ContentType="application/vnd.openxmlformats-officedocument.presentationml.slideMaster+xml"/>
  <Override PartName="/ppt/slides/slide248.xml" ContentType="application/vnd.openxmlformats-officedocument.presentationml.slide+xml"/>
  <Override PartName="/ppt/slideMasters/slideMaster249.xml" ContentType="application/vnd.openxmlformats-officedocument.presentationml.slideMaster+xml"/>
  <Override PartName="/ppt/slides/slide249.xml" ContentType="application/vnd.openxmlformats-officedocument.presentationml.slide+xml"/>
  <Override PartName="/ppt/slideMasters/slideMaster250.xml" ContentType="application/vnd.openxmlformats-officedocument.presentationml.slideMaster+xml"/>
  <Override PartName="/ppt/slides/slide250.xml" ContentType="application/vnd.openxmlformats-officedocument.presentationml.slide+xml"/>
  <Override PartName="/ppt/slideMasters/slideMaster251.xml" ContentType="application/vnd.openxmlformats-officedocument.presentationml.slideMaster+xml"/>
  <Override PartName="/ppt/slides/slide251.xml" ContentType="application/vnd.openxmlformats-officedocument.presentationml.slide+xml"/>
  <Override PartName="/ppt/slideMasters/slideMaster252.xml" ContentType="application/vnd.openxmlformats-officedocument.presentationml.slideMaster+xml"/>
  <Override PartName="/ppt/slides/slide252.xml" ContentType="application/vnd.openxmlformats-officedocument.presentationml.slide+xml"/>
  <Override PartName="/ppt/slideMasters/slideMaster253.xml" ContentType="application/vnd.openxmlformats-officedocument.presentationml.slideMaster+xml"/>
  <Override PartName="/ppt/slides/slide253.xml" ContentType="application/vnd.openxmlformats-officedocument.presentationml.slide+xml"/>
  <Override PartName="/ppt/slideMasters/slideMaster254.xml" ContentType="application/vnd.openxmlformats-officedocument.presentationml.slideMaster+xml"/>
  <Override PartName="/ppt/slides/slide254.xml" ContentType="application/vnd.openxmlformats-officedocument.presentationml.slide+xml"/>
  <Override PartName="/ppt/slideMasters/slideMaster255.xml" ContentType="application/vnd.openxmlformats-officedocument.presentationml.slideMaster+xml"/>
  <Override PartName="/ppt/slides/slide255.xml" ContentType="application/vnd.openxmlformats-officedocument.presentationml.slide+xml"/>
  <Override PartName="/ppt/slideMasters/slideMaster256.xml" ContentType="application/vnd.openxmlformats-officedocument.presentationml.slideMaster+xml"/>
  <Override PartName="/ppt/slides/slide256.xml" ContentType="application/vnd.openxmlformats-officedocument.presentationml.slide+xml"/>
  <Override PartName="/ppt/slideMasters/slideMaster257.xml" ContentType="application/vnd.openxmlformats-officedocument.presentationml.slideMaster+xml"/>
  <Override PartName="/ppt/slides/slide257.xml" ContentType="application/vnd.openxmlformats-officedocument.presentationml.slide+xml"/>
  <Override PartName="/ppt/slideMasters/slideMaster258.xml" ContentType="application/vnd.openxmlformats-officedocument.presentationml.slideMaster+xml"/>
  <Override PartName="/ppt/slides/slide258.xml" ContentType="application/vnd.openxmlformats-officedocument.presentationml.slide+xml"/>
  <Override PartName="/ppt/slideMasters/slideMaster259.xml" ContentType="application/vnd.openxmlformats-officedocument.presentationml.slideMaster+xml"/>
  <Override PartName="/ppt/slides/slide259.xml" ContentType="application/vnd.openxmlformats-officedocument.presentationml.slide+xml"/>
  <Override PartName="/ppt/slideMasters/slideMaster260.xml" ContentType="application/vnd.openxmlformats-officedocument.presentationml.slideMaster+xml"/>
  <Override PartName="/ppt/slides/slide260.xml" ContentType="application/vnd.openxmlformats-officedocument.presentationml.slide+xml"/>
  <Override PartName="/ppt/slideMasters/slideMaster261.xml" ContentType="application/vnd.openxmlformats-officedocument.presentationml.slideMaster+xml"/>
  <Override PartName="/ppt/slides/slide261.xml" ContentType="application/vnd.openxmlformats-officedocument.presentationml.slide+xml"/>
  <Override PartName="/ppt/slideMasters/slideMaster262.xml" ContentType="application/vnd.openxmlformats-officedocument.presentationml.slideMaster+xml"/>
  <Override PartName="/ppt/slides/slide262.xml" ContentType="application/vnd.openxmlformats-officedocument.presentationml.slide+xml"/>
  <Override PartName="/ppt/slideMasters/slideMaster263.xml" ContentType="application/vnd.openxmlformats-officedocument.presentationml.slideMaster+xml"/>
  <Override PartName="/ppt/slides/slide263.xml" ContentType="application/vnd.openxmlformats-officedocument.presentationml.slide+xml"/>
  <Override PartName="/ppt/slideMasters/slideMaster264.xml" ContentType="application/vnd.openxmlformats-officedocument.presentationml.slideMaster+xml"/>
  <Override PartName="/ppt/slides/slide264.xml" ContentType="application/vnd.openxmlformats-officedocument.presentationml.slide+xml"/>
  <Override PartName="/ppt/slideMasters/slideMaster265.xml" ContentType="application/vnd.openxmlformats-officedocument.presentationml.slideMaster+xml"/>
  <Override PartName="/ppt/slides/slide265.xml" ContentType="application/vnd.openxmlformats-officedocument.presentationml.slide+xml"/>
  <Override PartName="/ppt/slideMasters/slideMaster266.xml" ContentType="application/vnd.openxmlformats-officedocument.presentationml.slideMaster+xml"/>
  <Override PartName="/ppt/slides/slide266.xml" ContentType="application/vnd.openxmlformats-officedocument.presentationml.slide+xml"/>
  <Override PartName="/ppt/slideMasters/slideMaster267.xml" ContentType="application/vnd.openxmlformats-officedocument.presentationml.slideMaster+xml"/>
  <Override PartName="/ppt/slides/slide267.xml" ContentType="application/vnd.openxmlformats-officedocument.presentationml.slide+xml"/>
  <Override PartName="/ppt/slideMasters/slideMaster268.xml" ContentType="application/vnd.openxmlformats-officedocument.presentationml.slideMaster+xml"/>
  <Override PartName="/ppt/slides/slide268.xml" ContentType="application/vnd.openxmlformats-officedocument.presentationml.slide+xml"/>
  <Override PartName="/ppt/slideMasters/slideMaster269.xml" ContentType="application/vnd.openxmlformats-officedocument.presentationml.slideMaster+xml"/>
  <Override PartName="/ppt/slides/slide269.xml" ContentType="application/vnd.openxmlformats-officedocument.presentationml.slide+xml"/>
  <Override PartName="/ppt/slideMasters/slideMaster270.xml" ContentType="application/vnd.openxmlformats-officedocument.presentationml.slideMaster+xml"/>
  <Override PartName="/ppt/slides/slide270.xml" ContentType="application/vnd.openxmlformats-officedocument.presentationml.slide+xml"/>
  <Override PartName="/ppt/slideMasters/slideMaster271.xml" ContentType="application/vnd.openxmlformats-officedocument.presentationml.slideMaster+xml"/>
  <Override PartName="/ppt/slides/slide271.xml" ContentType="application/vnd.openxmlformats-officedocument.presentationml.slide+xml"/>
  <Override PartName="/ppt/slideMasters/slideMaster272.xml" ContentType="application/vnd.openxmlformats-officedocument.presentationml.slideMaster+xml"/>
  <Override PartName="/ppt/slides/slide272.xml" ContentType="application/vnd.openxmlformats-officedocument.presentationml.slide+xml"/>
  <Override PartName="/ppt/slideMasters/slideMaster273.xml" ContentType="application/vnd.openxmlformats-officedocument.presentationml.slideMaster+xml"/>
  <Override PartName="/ppt/slides/slide273.xml" ContentType="application/vnd.openxmlformats-officedocument.presentationml.slide+xml"/>
  <Override PartName="/ppt/slideMasters/slideMaster274.xml" ContentType="application/vnd.openxmlformats-officedocument.presentationml.slideMaster+xml"/>
  <Override PartName="/ppt/slides/slide274.xml" ContentType="application/vnd.openxmlformats-officedocument.presentationml.slide+xml"/>
  <Override PartName="/ppt/slideMasters/slideMaster275.xml" ContentType="application/vnd.openxmlformats-officedocument.presentationml.slideMaster+xml"/>
  <Override PartName="/ppt/slides/slide275.xml" ContentType="application/vnd.openxmlformats-officedocument.presentationml.slide+xml"/>
  <Override PartName="/ppt/slideMasters/slideMaster276.xml" ContentType="application/vnd.openxmlformats-officedocument.presentationml.slideMaster+xml"/>
  <Override PartName="/ppt/slides/slide276.xml" ContentType="application/vnd.openxmlformats-officedocument.presentationml.slide+xml"/>
  <Override PartName="/ppt/slideMasters/slideMaster277.xml" ContentType="application/vnd.openxmlformats-officedocument.presentationml.slideMaster+xml"/>
  <Override PartName="/ppt/slides/slide277.xml" ContentType="application/vnd.openxmlformats-officedocument.presentationml.slide+xml"/>
  <Override PartName="/ppt/slideMasters/slideMaster278.xml" ContentType="application/vnd.openxmlformats-officedocument.presentationml.slideMaster+xml"/>
  <Override PartName="/ppt/slides/slide278.xml" ContentType="application/vnd.openxmlformats-officedocument.presentationml.slide+xml"/>
  <Override PartName="/ppt/slideMasters/slideMaster279.xml" ContentType="application/vnd.openxmlformats-officedocument.presentationml.slideMaster+xml"/>
  <Override PartName="/ppt/slides/slide279.xml" ContentType="application/vnd.openxmlformats-officedocument.presentationml.slide+xml"/>
  <Override PartName="/ppt/slideMasters/slideMaster280.xml" ContentType="application/vnd.openxmlformats-officedocument.presentationml.slideMaster+xml"/>
  <Override PartName="/ppt/slides/slide280.xml" ContentType="application/vnd.openxmlformats-officedocument.presentationml.slide+xml"/>
  <Override PartName="/ppt/slideMasters/slideMaster281.xml" ContentType="application/vnd.openxmlformats-officedocument.presentationml.slideMaster+xml"/>
  <Override PartName="/ppt/slides/slide281.xml" ContentType="application/vnd.openxmlformats-officedocument.presentationml.slide+xml"/>
  <Override PartName="/ppt/slideMasters/slideMaster282.xml" ContentType="application/vnd.openxmlformats-officedocument.presentationml.slideMaster+xml"/>
  <Override PartName="/ppt/slides/slide282.xml" ContentType="application/vnd.openxmlformats-officedocument.presentationml.slide+xml"/>
  <Override PartName="/ppt/slideMasters/slideMaster283.xml" ContentType="application/vnd.openxmlformats-officedocument.presentationml.slideMaster+xml"/>
  <Override PartName="/ppt/slides/slide283.xml" ContentType="application/vnd.openxmlformats-officedocument.presentationml.slide+xml"/>
  <Override PartName="/ppt/slideMasters/slideMaster284.xml" ContentType="application/vnd.openxmlformats-officedocument.presentationml.slideMaster+xml"/>
  <Override PartName="/ppt/slides/slide284.xml" ContentType="application/vnd.openxmlformats-officedocument.presentationml.slide+xml"/>
  <Override PartName="/ppt/slideMasters/slideMaster285.xml" ContentType="application/vnd.openxmlformats-officedocument.presentationml.slideMaster+xml"/>
  <Override PartName="/ppt/slides/slide285.xml" ContentType="application/vnd.openxmlformats-officedocument.presentationml.slide+xml"/>
  <Override PartName="/ppt/slideMasters/slideMaster286.xml" ContentType="application/vnd.openxmlformats-officedocument.presentationml.slideMaster+xml"/>
  <Override PartName="/ppt/slides/slide286.xml" ContentType="application/vnd.openxmlformats-officedocument.presentationml.slide+xml"/>
  <Override PartName="/ppt/slideMasters/slideMaster287.xml" ContentType="application/vnd.openxmlformats-officedocument.presentationml.slideMaster+xml"/>
  <Override PartName="/ppt/slides/slide287.xml" ContentType="application/vnd.openxmlformats-officedocument.presentationml.slide+xml"/>
  <Override PartName="/ppt/slideMasters/slideMaster288.xml" ContentType="application/vnd.openxmlformats-officedocument.presentationml.slideMaster+xml"/>
  <Override PartName="/ppt/slides/slide288.xml" ContentType="application/vnd.openxmlformats-officedocument.presentationml.slide+xml"/>
  <Override PartName="/ppt/slideMasters/slideMaster289.xml" ContentType="application/vnd.openxmlformats-officedocument.presentationml.slideMaster+xml"/>
  <Override PartName="/ppt/slides/slide289.xml" ContentType="application/vnd.openxmlformats-officedocument.presentationml.slide+xml"/>
  <Override PartName="/ppt/slideMasters/slideMaster290.xml" ContentType="application/vnd.openxmlformats-officedocument.presentationml.slideMaster+xml"/>
  <Override PartName="/ppt/slides/slide290.xml" ContentType="application/vnd.openxmlformats-officedocument.presentationml.slide+xml"/>
  <Override PartName="/ppt/slideMasters/slideMaster291.xml" ContentType="application/vnd.openxmlformats-officedocument.presentationml.slideMaster+xml"/>
  <Override PartName="/ppt/slides/slide291.xml" ContentType="application/vnd.openxmlformats-officedocument.presentationml.slide+xml"/>
  <Override PartName="/ppt/slideMasters/slideMaster292.xml" ContentType="application/vnd.openxmlformats-officedocument.presentationml.slideMaster+xml"/>
  <Override PartName="/ppt/slides/slide292.xml" ContentType="application/vnd.openxmlformats-officedocument.presentationml.slide+xml"/>
  <Override PartName="/ppt/slideMasters/slideMaster293.xml" ContentType="application/vnd.openxmlformats-officedocument.presentationml.slideMaster+xml"/>
  <Override PartName="/ppt/slides/slide293.xml" ContentType="application/vnd.openxmlformats-officedocument.presentationml.slide+xml"/>
  <Override PartName="/ppt/slideMasters/slideMaster294.xml" ContentType="application/vnd.openxmlformats-officedocument.presentationml.slideMaster+xml"/>
  <Override PartName="/ppt/slides/slide294.xml" ContentType="application/vnd.openxmlformats-officedocument.presentationml.slide+xml"/>
  <Override PartName="/ppt/slideMasters/slideMaster295.xml" ContentType="application/vnd.openxmlformats-officedocument.presentationml.slideMaster+xml"/>
  <Override PartName="/ppt/slides/slide295.xml" ContentType="application/vnd.openxmlformats-officedocument.presentationml.slide+xml"/>
  <Override PartName="/ppt/slideMasters/slideMaster296.xml" ContentType="application/vnd.openxmlformats-officedocument.presentationml.slideMaster+xml"/>
  <Override PartName="/ppt/slides/slide296.xml" ContentType="application/vnd.openxmlformats-officedocument.presentationml.slide+xml"/>
  <Override PartName="/ppt/slideMasters/slideMaster297.xml" ContentType="application/vnd.openxmlformats-officedocument.presentationml.slideMaster+xml"/>
  <Override PartName="/ppt/slides/slide297.xml" ContentType="application/vnd.openxmlformats-officedocument.presentationml.slide+xml"/>
  <Override PartName="/ppt/slideMasters/slideMaster298.xml" ContentType="application/vnd.openxmlformats-officedocument.presentationml.slideMaster+xml"/>
  <Override PartName="/ppt/slides/slide298.xml" ContentType="application/vnd.openxmlformats-officedocument.presentationml.slide+xml"/>
  <Override PartName="/ppt/slideMasters/slideMaster299.xml" ContentType="application/vnd.openxmlformats-officedocument.presentationml.slideMaster+xml"/>
  <Override PartName="/ppt/slides/slide299.xml" ContentType="application/vnd.openxmlformats-officedocument.presentationml.slide+xml"/>
  <Override PartName="/ppt/slideMasters/slideMaster300.xml" ContentType="application/vnd.openxmlformats-officedocument.presentationml.slideMaster+xml"/>
  <Override PartName="/ppt/slides/slide300.xml" ContentType="application/vnd.openxmlformats-officedocument.presentationml.slide+xml"/>
  <Override PartName="/ppt/slideMasters/slideMaster301.xml" ContentType="application/vnd.openxmlformats-officedocument.presentationml.slideMaster+xml"/>
  <Override PartName="/ppt/slides/slide301.xml" ContentType="application/vnd.openxmlformats-officedocument.presentationml.slide+xml"/>
  <Override PartName="/ppt/slideMasters/slideMaster302.xml" ContentType="application/vnd.openxmlformats-officedocument.presentationml.slideMaster+xml"/>
  <Override PartName="/ppt/slides/slide302.xml" ContentType="application/vnd.openxmlformats-officedocument.presentationml.slide+xml"/>
  <Override PartName="/ppt/slideMasters/slideMaster303.xml" ContentType="application/vnd.openxmlformats-officedocument.presentationml.slideMaster+xml"/>
  <Override PartName="/ppt/slides/slide303.xml" ContentType="application/vnd.openxmlformats-officedocument.presentationml.slide+xml"/>
  <Override PartName="/ppt/slideMasters/slideMaster304.xml" ContentType="application/vnd.openxmlformats-officedocument.presentationml.slideMaster+xml"/>
  <Override PartName="/ppt/slides/slide304.xml" ContentType="application/vnd.openxmlformats-officedocument.presentationml.slide+xml"/>
  <Override PartName="/ppt/slideMasters/slideMaster305.xml" ContentType="application/vnd.openxmlformats-officedocument.presentationml.slideMaster+xml"/>
  <Override PartName="/ppt/slides/slide305.xml" ContentType="application/vnd.openxmlformats-officedocument.presentationml.slide+xml"/>
  <Override PartName="/ppt/slideMasters/slideMaster306.xml" ContentType="application/vnd.openxmlformats-officedocument.presentationml.slideMaster+xml"/>
  <Override PartName="/ppt/slides/slide306.xml" ContentType="application/vnd.openxmlformats-officedocument.presentationml.slide+xml"/>
  <Override PartName="/ppt/slideMasters/slideMaster307.xml" ContentType="application/vnd.openxmlformats-officedocument.presentationml.slideMaster+xml"/>
  <Override PartName="/ppt/slides/slide307.xml" ContentType="application/vnd.openxmlformats-officedocument.presentationml.slide+xml"/>
  <Override PartName="/ppt/slideMasters/slideMaster308.xml" ContentType="application/vnd.openxmlformats-officedocument.presentationml.slideMaster+xml"/>
  <Override PartName="/ppt/slides/slide308.xml" ContentType="application/vnd.openxmlformats-officedocument.presentationml.slide+xml"/>
  <Override PartName="/ppt/slideMasters/slideMaster309.xml" ContentType="application/vnd.openxmlformats-officedocument.presentationml.slideMaster+xml"/>
  <Override PartName="/ppt/slides/slide309.xml" ContentType="application/vnd.openxmlformats-officedocument.presentationml.slide+xml"/>
  <Override PartName="/ppt/slideMasters/slideMaster310.xml" ContentType="application/vnd.openxmlformats-officedocument.presentationml.slideMaster+xml"/>
  <Override PartName="/ppt/slides/slide310.xml" ContentType="application/vnd.openxmlformats-officedocument.presentationml.slide+xml"/>
  <Override PartName="/ppt/slideMasters/slideMaster311.xml" ContentType="application/vnd.openxmlformats-officedocument.presentationml.slideMaster+xml"/>
  <Override PartName="/ppt/slides/slide311.xml" ContentType="application/vnd.openxmlformats-officedocument.presentationml.slide+xml"/>
  <Override PartName="/ppt/slideMasters/slideMaster312.xml" ContentType="application/vnd.openxmlformats-officedocument.presentationml.slideMaster+xml"/>
  <Override PartName="/ppt/slides/slide312.xml" ContentType="application/vnd.openxmlformats-officedocument.presentationml.slide+xml"/>
  <Override PartName="/ppt/slideMasters/slideMaster313.xml" ContentType="application/vnd.openxmlformats-officedocument.presentationml.slideMaster+xml"/>
  <Override PartName="/ppt/slides/slide313.xml" ContentType="application/vnd.openxmlformats-officedocument.presentationml.slide+xml"/>
  <Override PartName="/ppt/slideMasters/slideMaster314.xml" ContentType="application/vnd.openxmlformats-officedocument.presentationml.slideMaster+xml"/>
  <Override PartName="/ppt/slides/slide314.xml" ContentType="application/vnd.openxmlformats-officedocument.presentationml.slide+xml"/>
  <Override PartName="/ppt/slideMasters/slideMaster315.xml" ContentType="application/vnd.openxmlformats-officedocument.presentationml.slideMaster+xml"/>
  <Override PartName="/ppt/slides/slide315.xml" ContentType="application/vnd.openxmlformats-officedocument.presentationml.slide+xml"/>
  <Override PartName="/ppt/slideMasters/slideMaster316.xml" ContentType="application/vnd.openxmlformats-officedocument.presentationml.slideMaster+xml"/>
  <Override PartName="/ppt/slides/slide316.xml" ContentType="application/vnd.openxmlformats-officedocument.presentationml.slide+xml"/>
  <Override PartName="/ppt/slideMasters/slideMaster317.xml" ContentType="application/vnd.openxmlformats-officedocument.presentationml.slideMaster+xml"/>
  <Override PartName="/ppt/slides/slide317.xml" ContentType="application/vnd.openxmlformats-officedocument.presentationml.slide+xml"/>
  <Override PartName="/ppt/slideMasters/slideMaster318.xml" ContentType="application/vnd.openxmlformats-officedocument.presentationml.slideMaster+xml"/>
  <Override PartName="/ppt/slides/slide318.xml" ContentType="application/vnd.openxmlformats-officedocument.presentationml.slide+xml"/>
  <Override PartName="/ppt/slideMasters/slideMaster319.xml" ContentType="application/vnd.openxmlformats-officedocument.presentationml.slideMaster+xml"/>
  <Override PartName="/ppt/slides/slide319.xml" ContentType="application/vnd.openxmlformats-officedocument.presentationml.slide+xml"/>
  <Override PartName="/ppt/slideMasters/slideMaster320.xml" ContentType="application/vnd.openxmlformats-officedocument.presentationml.slideMaster+xml"/>
  <Override PartName="/ppt/slides/slide320.xml" ContentType="application/vnd.openxmlformats-officedocument.presentationml.slide+xml"/>
  <Override PartName="/ppt/slideMasters/slideMaster321.xml" ContentType="application/vnd.openxmlformats-officedocument.presentationml.slideMaster+xml"/>
  <Override PartName="/ppt/slides/slide321.xml" ContentType="application/vnd.openxmlformats-officedocument.presentationml.slide+xml"/>
  <Override PartName="/ppt/slideMasters/slideMaster322.xml" ContentType="application/vnd.openxmlformats-officedocument.presentationml.slideMaster+xml"/>
  <Override PartName="/ppt/slides/slide322.xml" ContentType="application/vnd.openxmlformats-officedocument.presentationml.slide+xml"/>
  <Override PartName="/ppt/slideMasters/slideMaster323.xml" ContentType="application/vnd.openxmlformats-officedocument.presentationml.slideMaster+xml"/>
  <Override PartName="/ppt/slides/slide323.xml" ContentType="application/vnd.openxmlformats-officedocument.presentationml.slide+xml"/>
  <Override PartName="/ppt/slideMasters/slideMaster324.xml" ContentType="application/vnd.openxmlformats-officedocument.presentationml.slideMaster+xml"/>
  <Override PartName="/ppt/slides/slide324.xml" ContentType="application/vnd.openxmlformats-officedocument.presentationml.slide+xml"/>
  <Override PartName="/ppt/slideMasters/slideMaster325.xml" ContentType="application/vnd.openxmlformats-officedocument.presentationml.slideMaster+xml"/>
  <Override PartName="/ppt/slides/slide325.xml" ContentType="application/vnd.openxmlformats-officedocument.presentationml.slide+xml"/>
  <Override PartName="/ppt/slideMasters/slideMaster326.xml" ContentType="application/vnd.openxmlformats-officedocument.presentationml.slideMaster+xml"/>
  <Override PartName="/ppt/slides/slide326.xml" ContentType="application/vnd.openxmlformats-officedocument.presentationml.slide+xml"/>
  <Override PartName="/ppt/slideMasters/slideMaster327.xml" ContentType="application/vnd.openxmlformats-officedocument.presentationml.slideMaster+xml"/>
  <Override PartName="/ppt/slides/slide327.xml" ContentType="application/vnd.openxmlformats-officedocument.presentationml.slide+xml"/>
  <Override PartName="/ppt/slideMasters/slideMaster328.xml" ContentType="application/vnd.openxmlformats-officedocument.presentationml.slideMaster+xml"/>
  <Override PartName="/ppt/slides/slide328.xml" ContentType="application/vnd.openxmlformats-officedocument.presentationml.slide+xml"/>
  <Override PartName="/ppt/slideMasters/slideMaster329.xml" ContentType="application/vnd.openxmlformats-officedocument.presentationml.slideMaster+xml"/>
  <Override PartName="/ppt/slides/slide329.xml" ContentType="application/vnd.openxmlformats-officedocument.presentationml.slide+xml"/>
  <Override PartName="/ppt/slideMasters/slideMaster330.xml" ContentType="application/vnd.openxmlformats-officedocument.presentationml.slideMaster+xml"/>
  <Override PartName="/ppt/slides/slide330.xml" ContentType="application/vnd.openxmlformats-officedocument.presentationml.slide+xml"/>
  <Override PartName="/ppt/slideMasters/slideMaster331.xml" ContentType="application/vnd.openxmlformats-officedocument.presentationml.slideMaster+xml"/>
  <Override PartName="/ppt/slides/slide331.xml" ContentType="application/vnd.openxmlformats-officedocument.presentationml.slide+xml"/>
  <Override PartName="/ppt/slideMasters/slideMaster332.xml" ContentType="application/vnd.openxmlformats-officedocument.presentationml.slideMaster+xml"/>
  <Override PartName="/ppt/slides/slide332.xml" ContentType="application/vnd.openxmlformats-officedocument.presentationml.slide+xml"/>
  <Override PartName="/ppt/slideMasters/slideMaster333.xml" ContentType="application/vnd.openxmlformats-officedocument.presentationml.slideMaster+xml"/>
  <Override PartName="/ppt/slides/slide333.xml" ContentType="application/vnd.openxmlformats-officedocument.presentationml.slide+xml"/>
  <Override PartName="/ppt/slideMasters/slideMaster334.xml" ContentType="application/vnd.openxmlformats-officedocument.presentationml.slideMaster+xml"/>
  <Override PartName="/ppt/slides/slide334.xml" ContentType="application/vnd.openxmlformats-officedocument.presentationml.slide+xml"/>
  <Override PartName="/ppt/slideMasters/slideMaster335.xml" ContentType="application/vnd.openxmlformats-officedocument.presentationml.slideMaster+xml"/>
  <Override PartName="/ppt/slides/slide335.xml" ContentType="application/vnd.openxmlformats-officedocument.presentationml.slide+xml"/>
  <Override PartName="/ppt/slideMasters/slideMaster336.xml" ContentType="application/vnd.openxmlformats-officedocument.presentationml.slideMaster+xml"/>
  <Override PartName="/ppt/slides/slide336.xml" ContentType="application/vnd.openxmlformats-officedocument.presentationml.slide+xml"/>
  <Override PartName="/ppt/slideMasters/slideMaster337.xml" ContentType="application/vnd.openxmlformats-officedocument.presentationml.slideMaster+xml"/>
  <Override PartName="/ppt/slides/slide337.xml" ContentType="application/vnd.openxmlformats-officedocument.presentationml.slide+xml"/>
  <Override PartName="/ppt/slideMasters/slideMaster338.xml" ContentType="application/vnd.openxmlformats-officedocument.presentationml.slideMaster+xml"/>
  <Override PartName="/ppt/slides/slide338.xml" ContentType="application/vnd.openxmlformats-officedocument.presentationml.slide+xml"/>
  <Override PartName="/ppt/slideMasters/slideMaster339.xml" ContentType="application/vnd.openxmlformats-officedocument.presentationml.slideMaster+xml"/>
  <Override PartName="/ppt/slides/slide339.xml" ContentType="application/vnd.openxmlformats-officedocument.presentationml.slide+xml"/>
  <Override PartName="/ppt/slideMasters/slideMaster340.xml" ContentType="application/vnd.openxmlformats-officedocument.presentationml.slideMaster+xml"/>
  <Override PartName="/ppt/slides/slide340.xml" ContentType="application/vnd.openxmlformats-officedocument.presentationml.slide+xml"/>
  <Override PartName="/ppt/slideMasters/slideMaster341.xml" ContentType="application/vnd.openxmlformats-officedocument.presentationml.slideMaster+xml"/>
  <Override PartName="/ppt/slides/slide341.xml" ContentType="application/vnd.openxmlformats-officedocument.presentationml.slide+xml"/>
  <Override PartName="/ppt/slideMasters/slideMaster342.xml" ContentType="application/vnd.openxmlformats-officedocument.presentationml.slideMaster+xml"/>
  <Override PartName="/ppt/slides/slide342.xml" ContentType="application/vnd.openxmlformats-officedocument.presentationml.slide+xml"/>
  <Override PartName="/ppt/slideMasters/slideMaster343.xml" ContentType="application/vnd.openxmlformats-officedocument.presentationml.slideMaster+xml"/>
  <Override PartName="/ppt/slides/slide343.xml" ContentType="application/vnd.openxmlformats-officedocument.presentationml.slide+xml"/>
  <Override PartName="/ppt/slideMasters/slideMaster344.xml" ContentType="application/vnd.openxmlformats-officedocument.presentationml.slideMaster+xml"/>
  <Override PartName="/ppt/slides/slide344.xml" ContentType="application/vnd.openxmlformats-officedocument.presentationml.slide+xml"/>
  <Override PartName="/ppt/slideMasters/slideMaster345.xml" ContentType="application/vnd.openxmlformats-officedocument.presentationml.slideMaster+xml"/>
  <Override PartName="/ppt/slides/slide345.xml" ContentType="application/vnd.openxmlformats-officedocument.presentationml.slide+xml"/>
  <Override PartName="/ppt/slideMasters/slideMaster346.xml" ContentType="application/vnd.openxmlformats-officedocument.presentationml.slideMaster+xml"/>
  <Override PartName="/ppt/slides/slide346.xml" ContentType="application/vnd.openxmlformats-officedocument.presentationml.slide+xml"/>
  <Override PartName="/ppt/slideMasters/slideMaster347.xml" ContentType="application/vnd.openxmlformats-officedocument.presentationml.slideMaster+xml"/>
  <Override PartName="/ppt/slides/slide347.xml" ContentType="application/vnd.openxmlformats-officedocument.presentationml.slide+xml"/>
  <Override PartName="/ppt/slideMasters/slideMaster348.xml" ContentType="application/vnd.openxmlformats-officedocument.presentationml.slideMaster+xml"/>
  <Override PartName="/ppt/slides/slide348.xml" ContentType="application/vnd.openxmlformats-officedocument.presentationml.slide+xml"/>
  <Override PartName="/ppt/slideMasters/slideMaster349.xml" ContentType="application/vnd.openxmlformats-officedocument.presentationml.slideMaster+xml"/>
  <Override PartName="/ppt/slides/slide349.xml" ContentType="application/vnd.openxmlformats-officedocument.presentationml.slide+xml"/>
  <Override PartName="/ppt/slideMasters/slideMaster350.xml" ContentType="application/vnd.openxmlformats-officedocument.presentationml.slideMaster+xml"/>
  <Override PartName="/ppt/slides/slide350.xml" ContentType="application/vnd.openxmlformats-officedocument.presentationml.slide+xml"/>
  <Override PartName="/ppt/slideMasters/slideMaster351.xml" ContentType="application/vnd.openxmlformats-officedocument.presentationml.slideMaster+xml"/>
  <Override PartName="/ppt/slides/slide351.xml" ContentType="application/vnd.openxmlformats-officedocument.presentationml.slide+xml"/>
  <Override PartName="/ppt/slideMasters/slideMaster352.xml" ContentType="application/vnd.openxmlformats-officedocument.presentationml.slideMaster+xml"/>
  <Override PartName="/ppt/slides/slide352.xml" ContentType="application/vnd.openxmlformats-officedocument.presentationml.slide+xml"/>
  <Override PartName="/ppt/slideMasters/slideMaster353.xml" ContentType="application/vnd.openxmlformats-officedocument.presentationml.slideMaster+xml"/>
  <Override PartName="/ppt/slides/slide353.xml" ContentType="application/vnd.openxmlformats-officedocument.presentationml.slide+xml"/>
  <Override PartName="/ppt/slideMasters/slideMaster354.xml" ContentType="application/vnd.openxmlformats-officedocument.presentationml.slideMaster+xml"/>
  <Override PartName="/ppt/slides/slide354.xml" ContentType="application/vnd.openxmlformats-officedocument.presentationml.slide+xml"/>
  <Override PartName="/ppt/slideMasters/slideMaster355.xml" ContentType="application/vnd.openxmlformats-officedocument.presentationml.slideMaster+xml"/>
  <Override PartName="/ppt/slides/slide355.xml" ContentType="application/vnd.openxmlformats-officedocument.presentationml.slide+xml"/>
  <Override PartName="/ppt/slideMasters/slideMaster356.xml" ContentType="application/vnd.openxmlformats-officedocument.presentationml.slideMaster+xml"/>
  <Override PartName="/ppt/slides/slide356.xml" ContentType="application/vnd.openxmlformats-officedocument.presentationml.slide+xml"/>
  <Override PartName="/ppt/slideMasters/slideMaster357.xml" ContentType="application/vnd.openxmlformats-officedocument.presentationml.slideMaster+xml"/>
  <Override PartName="/ppt/slides/slide357.xml" ContentType="application/vnd.openxmlformats-officedocument.presentationml.slide+xml"/>
  <Override PartName="/ppt/slideMasters/slideMaster358.xml" ContentType="application/vnd.openxmlformats-officedocument.presentationml.slideMaster+xml"/>
  <Override PartName="/ppt/slides/slide358.xml" ContentType="application/vnd.openxmlformats-officedocument.presentationml.slide+xml"/>
  <Override PartName="/ppt/slideMasters/slideMaster359.xml" ContentType="application/vnd.openxmlformats-officedocument.presentationml.slideMaster+xml"/>
  <Override PartName="/ppt/slides/slide359.xml" ContentType="application/vnd.openxmlformats-officedocument.presentationml.slide+xml"/>
  <Override PartName="/ppt/slideMasters/slideMaster360.xml" ContentType="application/vnd.openxmlformats-officedocument.presentationml.slideMaster+xml"/>
  <Override PartName="/ppt/slides/slide360.xml" ContentType="application/vnd.openxmlformats-officedocument.presentationml.slide+xml"/>
  <Override PartName="/ppt/slideMasters/slideMaster361.xml" ContentType="application/vnd.openxmlformats-officedocument.presentationml.slideMaster+xml"/>
  <Override PartName="/ppt/slides/slide361.xml" ContentType="application/vnd.openxmlformats-officedocument.presentationml.slide+xml"/>
  <Override PartName="/ppt/slideMasters/slideMaster362.xml" ContentType="application/vnd.openxmlformats-officedocument.presentationml.slideMaster+xml"/>
  <Override PartName="/ppt/slides/slide362.xml" ContentType="application/vnd.openxmlformats-officedocument.presentationml.slide+xml"/>
  <Override PartName="/ppt/slideMasters/slideMaster363.xml" ContentType="application/vnd.openxmlformats-officedocument.presentationml.slideMaster+xml"/>
  <Override PartName="/ppt/slides/slide363.xml" ContentType="application/vnd.openxmlformats-officedocument.presentationml.slide+xml"/>
  <Override PartName="/ppt/slideMasters/slideMaster364.xml" ContentType="application/vnd.openxmlformats-officedocument.presentationml.slideMaster+xml"/>
  <Override PartName="/ppt/slides/slide364.xml" ContentType="application/vnd.openxmlformats-officedocument.presentationml.slide+xml"/>
  <Override PartName="/ppt/slideMasters/slideMaster365.xml" ContentType="application/vnd.openxmlformats-officedocument.presentationml.slideMaster+xml"/>
  <Override PartName="/ppt/slides/slide365.xml" ContentType="application/vnd.openxmlformats-officedocument.presentationml.slide+xml"/>
  <Override PartName="/ppt/slideMasters/slideMaster366.xml" ContentType="application/vnd.openxmlformats-officedocument.presentationml.slideMaster+xml"/>
  <Override PartName="/ppt/slides/slide366.xml" ContentType="application/vnd.openxmlformats-officedocument.presentationml.slide+xml"/>
  <Override PartName="/ppt/slideMasters/slideMaster367.xml" ContentType="application/vnd.openxmlformats-officedocument.presentationml.slideMaster+xml"/>
  <Override PartName="/ppt/slides/slide367.xml" ContentType="application/vnd.openxmlformats-officedocument.presentationml.slide+xml"/>
  <Override PartName="/ppt/slideMasters/slideMaster368.xml" ContentType="application/vnd.openxmlformats-officedocument.presentationml.slideMaster+xml"/>
  <Override PartName="/ppt/slides/slide368.xml" ContentType="application/vnd.openxmlformats-officedocument.presentationml.slide+xml"/>
  <Override PartName="/ppt/slideMasters/slideMaster369.xml" ContentType="application/vnd.openxmlformats-officedocument.presentationml.slideMaster+xml"/>
  <Override PartName="/ppt/slides/slide369.xml" ContentType="application/vnd.openxmlformats-officedocument.presentationml.slide+xml"/>
  <Override PartName="/ppt/slideMasters/slideMaster370.xml" ContentType="application/vnd.openxmlformats-officedocument.presentationml.slideMaster+xml"/>
  <Override PartName="/ppt/slides/slide370.xml" ContentType="application/vnd.openxmlformats-officedocument.presentationml.slide+xml"/>
  <Override PartName="/ppt/slideMasters/slideMaster371.xml" ContentType="application/vnd.openxmlformats-officedocument.presentationml.slideMaster+xml"/>
  <Override PartName="/ppt/slides/slide371.xml" ContentType="application/vnd.openxmlformats-officedocument.presentationml.slide+xml"/>
  <Override PartName="/ppt/slideMasters/slideMaster372.xml" ContentType="application/vnd.openxmlformats-officedocument.presentationml.slideMaster+xml"/>
  <Override PartName="/ppt/slides/slide372.xml" ContentType="application/vnd.openxmlformats-officedocument.presentationml.slide+xml"/>
  <Override PartName="/ppt/slideMasters/slideMaster373.xml" ContentType="application/vnd.openxmlformats-officedocument.presentationml.slideMaster+xml"/>
  <Override PartName="/ppt/slides/slide373.xml" ContentType="application/vnd.openxmlformats-officedocument.presentationml.slide+xml"/>
  <Override PartName="/ppt/slideMasters/slideMaster374.xml" ContentType="application/vnd.openxmlformats-officedocument.presentationml.slideMaster+xml"/>
  <Override PartName="/ppt/slides/slide374.xml" ContentType="application/vnd.openxmlformats-officedocument.presentationml.slide+xml"/>
  <Override PartName="/ppt/slideMasters/slideMaster375.xml" ContentType="application/vnd.openxmlformats-officedocument.presentationml.slideMaster+xml"/>
  <Override PartName="/ppt/slides/slide375.xml" ContentType="application/vnd.openxmlformats-officedocument.presentationml.slide+xml"/>
  <Override PartName="/ppt/slideMasters/slideMaster376.xml" ContentType="application/vnd.openxmlformats-officedocument.presentationml.slideMaster+xml"/>
  <Override PartName="/ppt/slides/slide376.xml" ContentType="application/vnd.openxmlformats-officedocument.presentationml.slide+xml"/>
  <Override PartName="/ppt/slideMasters/slideMaster377.xml" ContentType="application/vnd.openxmlformats-officedocument.presentationml.slideMaster+xml"/>
  <Override PartName="/ppt/slides/slide377.xml" ContentType="application/vnd.openxmlformats-officedocument.presentationml.slide+xml"/>
  <Override PartName="/ppt/slideMasters/slideMaster378.xml" ContentType="application/vnd.openxmlformats-officedocument.presentationml.slideMaster+xml"/>
  <Override PartName="/ppt/slides/slide378.xml" ContentType="application/vnd.openxmlformats-officedocument.presentationml.slide+xml"/>
  <Override PartName="/ppt/slideMasters/slideMaster379.xml" ContentType="application/vnd.openxmlformats-officedocument.presentationml.slideMaster+xml"/>
  <Override PartName="/ppt/slides/slide379.xml" ContentType="application/vnd.openxmlformats-officedocument.presentationml.slide+xml"/>
  <Override PartName="/ppt/slideMasters/slideMaster380.xml" ContentType="application/vnd.openxmlformats-officedocument.presentationml.slideMaster+xml"/>
  <Override PartName="/ppt/slides/slide380.xml" ContentType="application/vnd.openxmlformats-officedocument.presentationml.slide+xml"/>
  <Override PartName="/ppt/slideMasters/slideMaster381.xml" ContentType="application/vnd.openxmlformats-officedocument.presentationml.slideMaster+xml"/>
  <Override PartName="/ppt/slides/slide381.xml" ContentType="application/vnd.openxmlformats-officedocument.presentationml.slide+xml"/>
  <Override PartName="/ppt/slideMasters/slideMaster382.xml" ContentType="application/vnd.openxmlformats-officedocument.presentationml.slideMaster+xml"/>
  <Override PartName="/ppt/slides/slide382.xml" ContentType="application/vnd.openxmlformats-officedocument.presentationml.slide+xml"/>
  <Override PartName="/ppt/slideMasters/slideMaster383.xml" ContentType="application/vnd.openxmlformats-officedocument.presentationml.slideMaster+xml"/>
  <Override PartName="/ppt/slides/slide383.xml" ContentType="application/vnd.openxmlformats-officedocument.presentationml.slide+xml"/>
  <Override PartName="/ppt/slideMasters/slideMaster384.xml" ContentType="application/vnd.openxmlformats-officedocument.presentationml.slideMaster+xml"/>
  <Override PartName="/ppt/slides/slide384.xml" ContentType="application/vnd.openxmlformats-officedocument.presentationml.slide+xml"/>
  <Override PartName="/ppt/slideMasters/slideMaster385.xml" ContentType="application/vnd.openxmlformats-officedocument.presentationml.slideMaster+xml"/>
  <Override PartName="/ppt/slides/slide385.xml" ContentType="application/vnd.openxmlformats-officedocument.presentationml.slide+xml"/>
  <Override PartName="/ppt/slideMasters/slideMaster386.xml" ContentType="application/vnd.openxmlformats-officedocument.presentationml.slideMaster+xml"/>
  <Override PartName="/ppt/slides/slide386.xml" ContentType="application/vnd.openxmlformats-officedocument.presentationml.slide+xml"/>
  <Override PartName="/ppt/slideMasters/slideMaster387.xml" ContentType="application/vnd.openxmlformats-officedocument.presentationml.slideMaster+xml"/>
  <Override PartName="/ppt/slides/slide387.xml" ContentType="application/vnd.openxmlformats-officedocument.presentationml.slide+xml"/>
  <Override PartName="/ppt/slideMasters/slideMaster388.xml" ContentType="application/vnd.openxmlformats-officedocument.presentationml.slideMaster+xml"/>
  <Override PartName="/ppt/slides/slide388.xml" ContentType="application/vnd.openxmlformats-officedocument.presentationml.slide+xml"/>
  <Override PartName="/ppt/slideMasters/slideMaster389.xml" ContentType="application/vnd.openxmlformats-officedocument.presentationml.slideMaster+xml"/>
  <Override PartName="/ppt/slides/slide389.xml" ContentType="application/vnd.openxmlformats-officedocument.presentationml.slide+xml"/>
  <Override PartName="/ppt/slideMasters/slideMaster390.xml" ContentType="application/vnd.openxmlformats-officedocument.presentationml.slideMaster+xml"/>
  <Override PartName="/ppt/slides/slide390.xml" ContentType="application/vnd.openxmlformats-officedocument.presentationml.slide+xml"/>
  <Override PartName="/ppt/slideMasters/slideMaster391.xml" ContentType="application/vnd.openxmlformats-officedocument.presentationml.slideMaster+xml"/>
  <Override PartName="/ppt/slides/slide391.xml" ContentType="application/vnd.openxmlformats-officedocument.presentationml.slide+xml"/>
  <Override PartName="/ppt/slideMasters/slideMaster392.xml" ContentType="application/vnd.openxmlformats-officedocument.presentationml.slideMaster+xml"/>
  <Override PartName="/ppt/slides/slide392.xml" ContentType="application/vnd.openxmlformats-officedocument.presentationml.slide+xml"/>
  <Override PartName="/ppt/slideMasters/slideMaster393.xml" ContentType="application/vnd.openxmlformats-officedocument.presentationml.slideMaster+xml"/>
  <Override PartName="/ppt/slides/slide393.xml" ContentType="application/vnd.openxmlformats-officedocument.presentationml.slide+xml"/>
  <Override PartName="/ppt/slideMasters/slideMaster394.xml" ContentType="application/vnd.openxmlformats-officedocument.presentationml.slideMaster+xml"/>
  <Override PartName="/ppt/slides/slide394.xml" ContentType="application/vnd.openxmlformats-officedocument.presentationml.slide+xml"/>
  <Override PartName="/ppt/slideMasters/slideMaster395.xml" ContentType="application/vnd.openxmlformats-officedocument.presentationml.slideMaster+xml"/>
  <Override PartName="/ppt/slides/slide395.xml" ContentType="application/vnd.openxmlformats-officedocument.presentationml.slide+xml"/>
  <Override PartName="/ppt/slideMasters/slideMaster396.xml" ContentType="application/vnd.openxmlformats-officedocument.presentationml.slideMaster+xml"/>
  <Override PartName="/ppt/slides/slide396.xml" ContentType="application/vnd.openxmlformats-officedocument.presentationml.slide+xml"/>
  <Override PartName="/ppt/slideMasters/slideMaster397.xml" ContentType="application/vnd.openxmlformats-officedocument.presentationml.slideMaster+xml"/>
  <Override PartName="/ppt/slides/slide397.xml" ContentType="application/vnd.openxmlformats-officedocument.presentationml.slide+xml"/>
  <Override PartName="/ppt/slideMasters/slideMaster398.xml" ContentType="application/vnd.openxmlformats-officedocument.presentationml.slideMaster+xml"/>
  <Override PartName="/ppt/slides/slide398.xml" ContentType="application/vnd.openxmlformats-officedocument.presentationml.slide+xml"/>
  <Override PartName="/ppt/slideMasters/slideMaster399.xml" ContentType="application/vnd.openxmlformats-officedocument.presentationml.slideMaster+xml"/>
  <Override PartName="/ppt/slides/slide399.xml" ContentType="application/vnd.openxmlformats-officedocument.presentationml.slide+xml"/>
  <Override PartName="/ppt/slideMasters/slideMaster400.xml" ContentType="application/vnd.openxmlformats-officedocument.presentationml.slideMaster+xml"/>
  <Override PartName="/ppt/slides/slide400.xml" ContentType="application/vnd.openxmlformats-officedocument.presentationml.slide+xml"/>
  <Override PartName="/ppt/slideMasters/slideMaster401.xml" ContentType="application/vnd.openxmlformats-officedocument.presentationml.slideMaster+xml"/>
  <Override PartName="/ppt/slides/slide401.xml" ContentType="application/vnd.openxmlformats-officedocument.presentationml.slide+xml"/>
  <Override PartName="/ppt/slideMasters/slideMaster402.xml" ContentType="application/vnd.openxmlformats-officedocument.presentationml.slideMaster+xml"/>
  <Override PartName="/ppt/slides/slide402.xml" ContentType="application/vnd.openxmlformats-officedocument.presentationml.slide+xml"/>
  <Override PartName="/ppt/slideMasters/slideMaster403.xml" ContentType="application/vnd.openxmlformats-officedocument.presentationml.slideMaster+xml"/>
  <Override PartName="/ppt/slides/slide403.xml" ContentType="application/vnd.openxmlformats-officedocument.presentationml.slide+xml"/>
  <Override PartName="/ppt/slideMasters/slideMaster404.xml" ContentType="application/vnd.openxmlformats-officedocument.presentationml.slideMaster+xml"/>
  <Override PartName="/ppt/slides/slide404.xml" ContentType="application/vnd.openxmlformats-officedocument.presentationml.slide+xml"/>
  <Override PartName="/ppt/slideMasters/slideMaster405.xml" ContentType="application/vnd.openxmlformats-officedocument.presentationml.slideMaster+xml"/>
  <Override PartName="/ppt/slides/slide405.xml" ContentType="application/vnd.openxmlformats-officedocument.presentationml.slide+xml"/>
  <Override PartName="/ppt/slideMasters/slideMaster406.xml" ContentType="application/vnd.openxmlformats-officedocument.presentationml.slideMaster+xml"/>
  <Override PartName="/ppt/slides/slide406.xml" ContentType="application/vnd.openxmlformats-officedocument.presentationml.slide+xml"/>
  <Override PartName="/ppt/slideMasters/slideMaster407.xml" ContentType="application/vnd.openxmlformats-officedocument.presentationml.slideMaster+xml"/>
  <Override PartName="/ppt/slides/slide407.xml" ContentType="application/vnd.openxmlformats-officedocument.presentationml.slide+xml"/>
  <Override PartName="/ppt/slideMasters/slideMaster408.xml" ContentType="application/vnd.openxmlformats-officedocument.presentationml.slideMaster+xml"/>
  <Override PartName="/ppt/slides/slide408.xml" ContentType="application/vnd.openxmlformats-officedocument.presentationml.slide+xml"/>
  <Override PartName="/ppt/slideMasters/slideMaster409.xml" ContentType="application/vnd.openxmlformats-officedocument.presentationml.slideMaster+xml"/>
  <Override PartName="/ppt/slides/slide409.xml" ContentType="application/vnd.openxmlformats-officedocument.presentationml.slide+xml"/>
  <Override PartName="/ppt/slideMasters/slideMaster410.xml" ContentType="application/vnd.openxmlformats-officedocument.presentationml.slideMaster+xml"/>
  <Override PartName="/ppt/slides/slide410.xml" ContentType="application/vnd.openxmlformats-officedocument.presentationml.slide+xml"/>
  <Override PartName="/ppt/slideMasters/slideMaster411.xml" ContentType="application/vnd.openxmlformats-officedocument.presentationml.slideMaster+xml"/>
  <Override PartName="/ppt/slides/slide411.xml" ContentType="application/vnd.openxmlformats-officedocument.presentationml.slide+xml"/>
  <Override PartName="/ppt/slideMasters/slideMaster412.xml" ContentType="application/vnd.openxmlformats-officedocument.presentationml.slideMaster+xml"/>
  <Override PartName="/ppt/slides/slide412.xml" ContentType="application/vnd.openxmlformats-officedocument.presentationml.slide+xml"/>
  <Override PartName="/ppt/slideMasters/slideMaster413.xml" ContentType="application/vnd.openxmlformats-officedocument.presentationml.slideMaster+xml"/>
  <Override PartName="/ppt/slides/slide413.xml" ContentType="application/vnd.openxmlformats-officedocument.presentationml.slide+xml"/>
  <Override PartName="/ppt/slideMasters/slideMaster414.xml" ContentType="application/vnd.openxmlformats-officedocument.presentationml.slideMaster+xml"/>
  <Override PartName="/ppt/slides/slide414.xml" ContentType="application/vnd.openxmlformats-officedocument.presentationml.slide+xml"/>
  <Override PartName="/ppt/slideMasters/slideMaster415.xml" ContentType="application/vnd.openxmlformats-officedocument.presentationml.slideMaster+xml"/>
  <Override PartName="/ppt/slides/slide415.xml" ContentType="application/vnd.openxmlformats-officedocument.presentationml.slide+xml"/>
  <Override PartName="/ppt/slideMasters/slideMaster416.xml" ContentType="application/vnd.openxmlformats-officedocument.presentationml.slideMaster+xml"/>
  <Override PartName="/ppt/slides/slide416.xml" ContentType="application/vnd.openxmlformats-officedocument.presentationml.slide+xml"/>
  <Override PartName="/ppt/slideMasters/slideMaster417.xml" ContentType="application/vnd.openxmlformats-officedocument.presentationml.slideMaster+xml"/>
  <Override PartName="/ppt/slides/slide417.xml" ContentType="application/vnd.openxmlformats-officedocument.presentationml.slide+xml"/>
  <Override PartName="/ppt/slideMasters/slideMaster418.xml" ContentType="application/vnd.openxmlformats-officedocument.presentationml.slideMaster+xml"/>
  <Override PartName="/ppt/slides/slide418.xml" ContentType="application/vnd.openxmlformats-officedocument.presentationml.slide+xml"/>
  <Override PartName="/ppt/slideMasters/slideMaster419.xml" ContentType="application/vnd.openxmlformats-officedocument.presentationml.slideMaster+xml"/>
  <Override PartName="/ppt/slides/slide419.xml" ContentType="application/vnd.openxmlformats-officedocument.presentationml.slide+xml"/>
  <Override PartName="/ppt/slideMasters/slideMaster420.xml" ContentType="application/vnd.openxmlformats-officedocument.presentationml.slideMaster+xml"/>
  <Override PartName="/ppt/slides/slide420.xml" ContentType="application/vnd.openxmlformats-officedocument.presentationml.slide+xml"/>
  <Override PartName="/ppt/slideMasters/slideMaster421.xml" ContentType="application/vnd.openxmlformats-officedocument.presentationml.slideMaster+xml"/>
  <Override PartName="/ppt/slides/slide421.xml" ContentType="application/vnd.openxmlformats-officedocument.presentationml.slide+xml"/>
  <Override PartName="/ppt/slideMasters/slideMaster422.xml" ContentType="application/vnd.openxmlformats-officedocument.presentationml.slideMaster+xml"/>
  <Override PartName="/ppt/slides/slide422.xml" ContentType="application/vnd.openxmlformats-officedocument.presentationml.slide+xml"/>
  <Override PartName="/ppt/slideMasters/slideMaster423.xml" ContentType="application/vnd.openxmlformats-officedocument.presentationml.slideMaster+xml"/>
  <Override PartName="/ppt/slides/slide423.xml" ContentType="application/vnd.openxmlformats-officedocument.presentationml.slide+xml"/>
  <Override PartName="/ppt/slideMasters/slideMaster424.xml" ContentType="application/vnd.openxmlformats-officedocument.presentationml.slideMaster+xml"/>
  <Override PartName="/ppt/slides/slide424.xml" ContentType="application/vnd.openxmlformats-officedocument.presentationml.slide+xml"/>
  <Override PartName="/ppt/slideMasters/slideMaster425.xml" ContentType="application/vnd.openxmlformats-officedocument.presentationml.slideMaster+xml"/>
  <Override PartName="/ppt/slides/slide425.xml" ContentType="application/vnd.openxmlformats-officedocument.presentationml.slide+xml"/>
  <Override PartName="/ppt/slideMasters/slideMaster426.xml" ContentType="application/vnd.openxmlformats-officedocument.presentationml.slideMaster+xml"/>
  <Override PartName="/ppt/slides/slide426.xml" ContentType="application/vnd.openxmlformats-officedocument.presentationml.slide+xml"/>
  <Override PartName="/ppt/slideMasters/slideMaster427.xml" ContentType="application/vnd.openxmlformats-officedocument.presentationml.slideMaster+xml"/>
  <Override PartName="/ppt/slides/slide427.xml" ContentType="application/vnd.openxmlformats-officedocument.presentationml.slide+xml"/>
  <Override PartName="/ppt/slideMasters/slideMaster428.xml" ContentType="application/vnd.openxmlformats-officedocument.presentationml.slideMaster+xml"/>
  <Override PartName="/ppt/slides/slide428.xml" ContentType="application/vnd.openxmlformats-officedocument.presentationml.slide+xml"/>
  <Override PartName="/ppt/slideMasters/slideMaster429.xml" ContentType="application/vnd.openxmlformats-officedocument.presentationml.slideMaster+xml"/>
  <Override PartName="/ppt/slides/slide429.xml" ContentType="application/vnd.openxmlformats-officedocument.presentationml.slide+xml"/>
  <Override PartName="/ppt/slideMasters/slideMaster430.xml" ContentType="application/vnd.openxmlformats-officedocument.presentationml.slideMaster+xml"/>
  <Override PartName="/ppt/slides/slide430.xml" ContentType="application/vnd.openxmlformats-officedocument.presentationml.slide+xml"/>
  <Override PartName="/ppt/slideMasters/slideMaster431.xml" ContentType="application/vnd.openxmlformats-officedocument.presentationml.slideMaster+xml"/>
  <Override PartName="/ppt/slides/slide431.xml" ContentType="application/vnd.openxmlformats-officedocument.presentationml.slide+xml"/>
  <Override PartName="/ppt/slideMasters/slideMaster432.xml" ContentType="application/vnd.openxmlformats-officedocument.presentationml.slideMaster+xml"/>
  <Override PartName="/ppt/slides/slide432.xml" ContentType="application/vnd.openxmlformats-officedocument.presentationml.slide+xml"/>
  <Override PartName="/ppt/slideMasters/slideMaster433.xml" ContentType="application/vnd.openxmlformats-officedocument.presentationml.slideMaster+xml"/>
  <Override PartName="/ppt/slides/slide433.xml" ContentType="application/vnd.openxmlformats-officedocument.presentationml.slide+xml"/>
  <Override PartName="/ppt/slideMasters/slideMaster434.xml" ContentType="application/vnd.openxmlformats-officedocument.presentationml.slideMaster+xml"/>
  <Override PartName="/ppt/slides/slide434.xml" ContentType="application/vnd.openxmlformats-officedocument.presentationml.slide+xml"/>
  <Override PartName="/ppt/slideMasters/slideMaster435.xml" ContentType="application/vnd.openxmlformats-officedocument.presentationml.slideMaster+xml"/>
  <Override PartName="/ppt/slides/slide435.xml" ContentType="application/vnd.openxmlformats-officedocument.presentationml.slide+xml"/>
  <Override PartName="/ppt/slideMasters/slideMaster436.xml" ContentType="application/vnd.openxmlformats-officedocument.presentationml.slideMaster+xml"/>
  <Override PartName="/ppt/slides/slide436.xml" ContentType="application/vnd.openxmlformats-officedocument.presentationml.slide+xml"/>
  <Override PartName="/ppt/slideMasters/slideMaster437.xml" ContentType="application/vnd.openxmlformats-officedocument.presentationml.slideMaster+xml"/>
  <Override PartName="/ppt/slides/slide437.xml" ContentType="application/vnd.openxmlformats-officedocument.presentationml.slide+xml"/>
  <Override PartName="/ppt/slideMasters/slideMaster438.xml" ContentType="application/vnd.openxmlformats-officedocument.presentationml.slideMaster+xml"/>
  <Override PartName="/ppt/slides/slide438.xml" ContentType="application/vnd.openxmlformats-officedocument.presentationml.slide+xml"/>
  <Override PartName="/ppt/slideMasters/slideMaster439.xml" ContentType="application/vnd.openxmlformats-officedocument.presentationml.slideMaster+xml"/>
  <Override PartName="/ppt/slides/slide439.xml" ContentType="application/vnd.openxmlformats-officedocument.presentationml.slide+xml"/>
  <Override PartName="/ppt/slideMasters/slideMaster440.xml" ContentType="application/vnd.openxmlformats-officedocument.presentationml.slideMaster+xml"/>
  <Override PartName="/ppt/slides/slide440.xml" ContentType="application/vnd.openxmlformats-officedocument.presentationml.slide+xml"/>
  <Override PartName="/ppt/slideMasters/slideMaster441.xml" ContentType="application/vnd.openxmlformats-officedocument.presentationml.slideMaster+xml"/>
  <Override PartName="/ppt/slides/slide441.xml" ContentType="application/vnd.openxmlformats-officedocument.presentationml.slide+xml"/>
  <Override PartName="/ppt/slideMasters/slideMaster442.xml" ContentType="application/vnd.openxmlformats-officedocument.presentationml.slideMaster+xml"/>
  <Override PartName="/ppt/slides/slide442.xml" ContentType="application/vnd.openxmlformats-officedocument.presentationml.slide+xml"/>
  <Override PartName="/ppt/slideMasters/slideMaster443.xml" ContentType="application/vnd.openxmlformats-officedocument.presentationml.slideMaster+xml"/>
  <Override PartName="/ppt/slides/slide443.xml" ContentType="application/vnd.openxmlformats-officedocument.presentationml.slide+xml"/>
  <Override PartName="/ppt/slideMasters/slideMaster444.xml" ContentType="application/vnd.openxmlformats-officedocument.presentationml.slideMaster+xml"/>
  <Override PartName="/ppt/slides/slide444.xml" ContentType="application/vnd.openxmlformats-officedocument.presentationml.slide+xml"/>
  <Override PartName="/ppt/slideMasters/slideMaster445.xml" ContentType="application/vnd.openxmlformats-officedocument.presentationml.slideMaster+xml"/>
  <Override PartName="/ppt/slides/slide445.xml" ContentType="application/vnd.openxmlformats-officedocument.presentationml.slide+xml"/>
  <Override PartName="/ppt/slideMasters/slideMaster446.xml" ContentType="application/vnd.openxmlformats-officedocument.presentationml.slideMaster+xml"/>
  <Override PartName="/ppt/slides/slide446.xml" ContentType="application/vnd.openxmlformats-officedocument.presentationml.slide+xml"/>
  <Override PartName="/ppt/slideMasters/slideMaster447.xml" ContentType="application/vnd.openxmlformats-officedocument.presentationml.slideMaster+xml"/>
  <Override PartName="/ppt/slides/slide447.xml" ContentType="application/vnd.openxmlformats-officedocument.presentationml.slide+xml"/>
  <Override PartName="/ppt/slideMasters/slideMaster448.xml" ContentType="application/vnd.openxmlformats-officedocument.presentationml.slideMaster+xml"/>
  <Override PartName="/ppt/slides/slide448.xml" ContentType="application/vnd.openxmlformats-officedocument.presentationml.slide+xml"/>
  <Override PartName="/ppt/slideMasters/slideMaster449.xml" ContentType="application/vnd.openxmlformats-officedocument.presentationml.slideMaster+xml"/>
  <Override PartName="/ppt/slides/slide449.xml" ContentType="application/vnd.openxmlformats-officedocument.presentationml.slide+xml"/>
  <Override PartName="/ppt/slideMasters/slideMaster450.xml" ContentType="application/vnd.openxmlformats-officedocument.presentationml.slideMaster+xml"/>
  <Override PartName="/ppt/slides/slide450.xml" ContentType="application/vnd.openxmlformats-officedocument.presentationml.slide+xml"/>
  <Override PartName="/ppt/slideMasters/slideMaster451.xml" ContentType="application/vnd.openxmlformats-officedocument.presentationml.slideMaster+xml"/>
  <Override PartName="/ppt/slides/slide451.xml" ContentType="application/vnd.openxmlformats-officedocument.presentationml.slide+xml"/>
  <Override PartName="/ppt/slideMasters/slideMaster452.xml" ContentType="application/vnd.openxmlformats-officedocument.presentationml.slideMaster+xml"/>
  <Override PartName="/ppt/slides/slide452.xml" ContentType="application/vnd.openxmlformats-officedocument.presentationml.slide+xml"/>
  <Override PartName="/ppt/slideMasters/slideMaster453.xml" ContentType="application/vnd.openxmlformats-officedocument.presentationml.slideMaster+xml"/>
  <Override PartName="/ppt/slides/slide453.xml" ContentType="application/vnd.openxmlformats-officedocument.presentationml.slide+xml"/>
  <Override PartName="/ppt/slideMasters/slideMaster454.xml" ContentType="application/vnd.openxmlformats-officedocument.presentationml.slideMaster+xml"/>
  <Override PartName="/ppt/slides/slide454.xml" ContentType="application/vnd.openxmlformats-officedocument.presentationml.slide+xml"/>
  <Override PartName="/ppt/slideMasters/slideMaster455.xml" ContentType="application/vnd.openxmlformats-officedocument.presentationml.slideMaster+xml"/>
  <Override PartName="/ppt/slides/slide455.xml" ContentType="application/vnd.openxmlformats-officedocument.presentationml.slide+xml"/>
  <Override PartName="/ppt/slideMasters/slideMaster456.xml" ContentType="application/vnd.openxmlformats-officedocument.presentationml.slideMaster+xml"/>
  <Override PartName="/ppt/slides/slide456.xml" ContentType="application/vnd.openxmlformats-officedocument.presentationml.slide+xml"/>
  <Override PartName="/ppt/slideMasters/slideMaster457.xml" ContentType="application/vnd.openxmlformats-officedocument.presentationml.slideMaster+xml"/>
  <Override PartName="/ppt/slides/slide457.xml" ContentType="application/vnd.openxmlformats-officedocument.presentationml.slide+xml"/>
  <Override PartName="/ppt/slideMasters/slideMaster458.xml" ContentType="application/vnd.openxmlformats-officedocument.presentationml.slideMaster+xml"/>
  <Override PartName="/ppt/slides/slide458.xml" ContentType="application/vnd.openxmlformats-officedocument.presentationml.slide+xml"/>
  <Override PartName="/ppt/slideMasters/slideMaster459.xml" ContentType="application/vnd.openxmlformats-officedocument.presentationml.slideMaster+xml"/>
  <Override PartName="/ppt/slides/slide459.xml" ContentType="application/vnd.openxmlformats-officedocument.presentationml.slide+xml"/>
  <Override PartName="/ppt/slideMasters/slideMaster460.xml" ContentType="application/vnd.openxmlformats-officedocument.presentationml.slideMaster+xml"/>
  <Override PartName="/ppt/slides/slide460.xml" ContentType="application/vnd.openxmlformats-officedocument.presentationml.slide+xml"/>
  <Override PartName="/ppt/slideMasters/slideMaster461.xml" ContentType="application/vnd.openxmlformats-officedocument.presentationml.slideMaster+xml"/>
  <Override PartName="/ppt/slides/slide461.xml" ContentType="application/vnd.openxmlformats-officedocument.presentationml.slide+xml"/>
  <Override PartName="/ppt/slideMasters/slideMaster462.xml" ContentType="application/vnd.openxmlformats-officedocument.presentationml.slideMaster+xml"/>
  <Override PartName="/ppt/slides/slide462.xml" ContentType="application/vnd.openxmlformats-officedocument.presentationml.slide+xml"/>
  <Override PartName="/ppt/slideMasters/slideMaster463.xml" ContentType="application/vnd.openxmlformats-officedocument.presentationml.slideMaster+xml"/>
  <Override PartName="/ppt/slides/slide463.xml" ContentType="application/vnd.openxmlformats-officedocument.presentationml.slide+xml"/>
  <Override PartName="/ppt/slideMasters/slideMaster464.xml" ContentType="application/vnd.openxmlformats-officedocument.presentationml.slideMaster+xml"/>
  <Override PartName="/ppt/slides/slide464.xml" ContentType="application/vnd.openxmlformats-officedocument.presentationml.slide+xml"/>
  <Override PartName="/ppt/slideMasters/slideMaster465.xml" ContentType="application/vnd.openxmlformats-officedocument.presentationml.slideMaster+xml"/>
  <Override PartName="/ppt/slides/slide465.xml" ContentType="application/vnd.openxmlformats-officedocument.presentationml.slide+xml"/>
  <Override PartName="/ppt/slideMasters/slideMaster466.xml" ContentType="application/vnd.openxmlformats-officedocument.presentationml.slideMaster+xml"/>
  <Override PartName="/ppt/slides/slide466.xml" ContentType="application/vnd.openxmlformats-officedocument.presentationml.slide+xml"/>
  <Override PartName="/ppt/slideMasters/slideMaster467.xml" ContentType="application/vnd.openxmlformats-officedocument.presentationml.slideMaster+xml"/>
  <Override PartName="/ppt/slides/slide467.xml" ContentType="application/vnd.openxmlformats-officedocument.presentationml.slide+xml"/>
  <Override PartName="/ppt/slideMasters/slideMaster468.xml" ContentType="application/vnd.openxmlformats-officedocument.presentationml.slideMaster+xml"/>
  <Override PartName="/ppt/slides/slide468.xml" ContentType="application/vnd.openxmlformats-officedocument.presentationml.slide+xml"/>
  <Override PartName="/ppt/slideMasters/slideMaster469.xml" ContentType="application/vnd.openxmlformats-officedocument.presentationml.slideMaster+xml"/>
  <Override PartName="/ppt/slides/slide469.xml" ContentType="application/vnd.openxmlformats-officedocument.presentationml.slide+xml"/>
  <Override PartName="/ppt/slideMasters/slideMaster470.xml" ContentType="application/vnd.openxmlformats-officedocument.presentationml.slideMaster+xml"/>
  <Override PartName="/ppt/slides/slide470.xml" ContentType="application/vnd.openxmlformats-officedocument.presentationml.slide+xml"/>
  <Override PartName="/ppt/slideMasters/slideMaster471.xml" ContentType="application/vnd.openxmlformats-officedocument.presentationml.slideMaster+xml"/>
  <Override PartName="/ppt/slides/slide471.xml" ContentType="application/vnd.openxmlformats-officedocument.presentationml.slide+xml"/>
  <Override PartName="/ppt/slideMasters/slideMaster472.xml" ContentType="application/vnd.openxmlformats-officedocument.presentationml.slideMaster+xml"/>
  <Override PartName="/ppt/slides/slide472.xml" ContentType="application/vnd.openxmlformats-officedocument.presentationml.slide+xml"/>
  <Override PartName="/ppt/slideMasters/slideMaster473.xml" ContentType="application/vnd.openxmlformats-officedocument.presentationml.slideMaster+xml"/>
  <Override PartName="/ppt/slides/slide473.xml" ContentType="application/vnd.openxmlformats-officedocument.presentationml.slide+xml"/>
  <Override PartName="/ppt/slideMasters/slideMaster474.xml" ContentType="application/vnd.openxmlformats-officedocument.presentationml.slideMaster+xml"/>
  <Override PartName="/ppt/slides/slide474.xml" ContentType="application/vnd.openxmlformats-officedocument.presentationml.slide+xml"/>
  <Override PartName="/ppt/slideMasters/slideMaster475.xml" ContentType="application/vnd.openxmlformats-officedocument.presentationml.slideMaster+xml"/>
  <Override PartName="/ppt/slides/slide475.xml" ContentType="application/vnd.openxmlformats-officedocument.presentationml.slide+xml"/>
  <Override PartName="/ppt/slideMasters/slideMaster476.xml" ContentType="application/vnd.openxmlformats-officedocument.presentationml.slideMaster+xml"/>
  <Override PartName="/ppt/slides/slide476.xml" ContentType="application/vnd.openxmlformats-officedocument.presentationml.slide+xml"/>
  <Override PartName="/ppt/slideMasters/slideMaster477.xml" ContentType="application/vnd.openxmlformats-officedocument.presentationml.slideMaster+xml"/>
  <Override PartName="/ppt/slides/slide477.xml" ContentType="application/vnd.openxmlformats-officedocument.presentationml.slide+xml"/>
  <Override PartName="/ppt/slideMasters/slideMaster478.xml" ContentType="application/vnd.openxmlformats-officedocument.presentationml.slideMaster+xml"/>
  <Override PartName="/ppt/slides/slide478.xml" ContentType="application/vnd.openxmlformats-officedocument.presentationml.slide+xml"/>
  <Override PartName="/ppt/slideMasters/slideMaster479.xml" ContentType="application/vnd.openxmlformats-officedocument.presentationml.slideMaster+xml"/>
  <Override PartName="/ppt/slides/slide479.xml" ContentType="application/vnd.openxmlformats-officedocument.presentationml.slide+xml"/>
  <Override PartName="/ppt/slideMasters/slideMaster480.xml" ContentType="application/vnd.openxmlformats-officedocument.presentationml.slideMaster+xml"/>
  <Override PartName="/ppt/slides/slide480.xml" ContentType="application/vnd.openxmlformats-officedocument.presentationml.slide+xml"/>
  <Override PartName="/ppt/slideMasters/slideMaster481.xml" ContentType="application/vnd.openxmlformats-officedocument.presentationml.slideMaster+xml"/>
  <Override PartName="/ppt/slides/slide481.xml" ContentType="application/vnd.openxmlformats-officedocument.presentationml.slide+xml"/>
  <Override PartName="/ppt/slideMasters/slideMaster482.xml" ContentType="application/vnd.openxmlformats-officedocument.presentationml.slideMaster+xml"/>
  <Override PartName="/ppt/slides/slide482.xml" ContentType="application/vnd.openxmlformats-officedocument.presentationml.slide+xml"/>
  <Override PartName="/ppt/slideMasters/slideMaster483.xml" ContentType="application/vnd.openxmlformats-officedocument.presentationml.slideMaster+xml"/>
  <Override PartName="/ppt/slides/slide483.xml" ContentType="application/vnd.openxmlformats-officedocument.presentationml.slide+xml"/>
  <Override PartName="/ppt/slideMasters/slideMaster484.xml" ContentType="application/vnd.openxmlformats-officedocument.presentationml.slideMaster+xml"/>
  <Override PartName="/ppt/slides/slide484.xml" ContentType="application/vnd.openxmlformats-officedocument.presentationml.slide+xml"/>
  <Override PartName="/ppt/slideMasters/slideMaster485.xml" ContentType="application/vnd.openxmlformats-officedocument.presentationml.slideMaster+xml"/>
  <Override PartName="/ppt/slides/slide485.xml" ContentType="application/vnd.openxmlformats-officedocument.presentationml.slide+xml"/>
  <Override PartName="/ppt/slideMasters/slideMaster486.xml" ContentType="application/vnd.openxmlformats-officedocument.presentationml.slideMaster+xml"/>
  <Override PartName="/ppt/slides/slide486.xml" ContentType="application/vnd.openxmlformats-officedocument.presentationml.slide+xml"/>
  <Override PartName="/ppt/slideMasters/slideMaster487.xml" ContentType="application/vnd.openxmlformats-officedocument.presentationml.slideMaster+xml"/>
  <Override PartName="/ppt/slides/slide487.xml" ContentType="application/vnd.openxmlformats-officedocument.presentationml.slide+xml"/>
  <Override PartName="/ppt/slideMasters/slideMaster488.xml" ContentType="application/vnd.openxmlformats-officedocument.presentationml.slideMaster+xml"/>
  <Override PartName="/ppt/slides/slide488.xml" ContentType="application/vnd.openxmlformats-officedocument.presentationml.slide+xml"/>
  <Override PartName="/ppt/slideMasters/slideMaster489.xml" ContentType="application/vnd.openxmlformats-officedocument.presentationml.slideMaster+xml"/>
  <Override PartName="/ppt/slides/slide489.xml" ContentType="application/vnd.openxmlformats-officedocument.presentationml.slide+xml"/>
  <Override PartName="/ppt/slideMasters/slideMaster490.xml" ContentType="application/vnd.openxmlformats-officedocument.presentationml.slideMaster+xml"/>
  <Override PartName="/ppt/slides/slide490.xml" ContentType="application/vnd.openxmlformats-officedocument.presentationml.slide+xml"/>
  <Override PartName="/ppt/slideMasters/slideMaster491.xml" ContentType="application/vnd.openxmlformats-officedocument.presentationml.slideMaster+xml"/>
  <Override PartName="/ppt/slides/slide491.xml" ContentType="application/vnd.openxmlformats-officedocument.presentationml.slide+xml"/>
  <Override PartName="/ppt/slideMasters/slideMaster492.xml" ContentType="application/vnd.openxmlformats-officedocument.presentationml.slideMaster+xml"/>
  <Override PartName="/ppt/slides/slide492.xml" ContentType="application/vnd.openxmlformats-officedocument.presentationml.slide+xml"/>
  <Override PartName="/ppt/slideMasters/slideMaster493.xml" ContentType="application/vnd.openxmlformats-officedocument.presentationml.slideMaster+xml"/>
  <Override PartName="/ppt/slides/slide493.xml" ContentType="application/vnd.openxmlformats-officedocument.presentationml.slide+xml"/>
  <Override PartName="/ppt/slideMasters/slideMaster494.xml" ContentType="application/vnd.openxmlformats-officedocument.presentationml.slideMaster+xml"/>
  <Override PartName="/ppt/slides/slide494.xml" ContentType="application/vnd.openxmlformats-officedocument.presentationml.slide+xml"/>
  <Override PartName="/ppt/slideMasters/slideMaster495.xml" ContentType="application/vnd.openxmlformats-officedocument.presentationml.slideMaster+xml"/>
  <Override PartName="/ppt/slides/slide495.xml" ContentType="application/vnd.openxmlformats-officedocument.presentationml.slide+xml"/>
  <Override PartName="/ppt/slideMasters/slideMaster496.xml" ContentType="application/vnd.openxmlformats-officedocument.presentationml.slideMaster+xml"/>
  <Override PartName="/ppt/slides/slide496.xml" ContentType="application/vnd.openxmlformats-officedocument.presentationml.slide+xml"/>
  <Override PartName="/ppt/slideMasters/slideMaster497.xml" ContentType="application/vnd.openxmlformats-officedocument.presentationml.slideMaster+xml"/>
  <Override PartName="/ppt/slides/slide497.xml" ContentType="application/vnd.openxmlformats-officedocument.presentationml.slide+xml"/>
  <Override PartName="/ppt/slideMasters/slideMaster498.xml" ContentType="application/vnd.openxmlformats-officedocument.presentationml.slideMaster+xml"/>
  <Override PartName="/ppt/slides/slide498.xml" ContentType="application/vnd.openxmlformats-officedocument.presentationml.slide+xml"/>
  <Override PartName="/ppt/slideMasters/slideMaster499.xml" ContentType="application/vnd.openxmlformats-officedocument.presentationml.slideMaster+xml"/>
  <Override PartName="/ppt/slides/slide499.xml" ContentType="application/vnd.openxmlformats-officedocument.presentationml.slide+xml"/>
  <Override PartName="/ppt/slideMasters/slideMaster500.xml" ContentType="application/vnd.openxmlformats-officedocument.presentationml.slideMaster+xml"/>
  <Override PartName="/ppt/slides/slide500.xml" ContentType="application/vnd.openxmlformats-officedocument.presentationml.slide+xml"/>
  <Override PartName="/ppt/slideMasters/slideMaster501.xml" ContentType="application/vnd.openxmlformats-officedocument.presentationml.slideMaster+xml"/>
  <Override PartName="/ppt/slides/slide501.xml" ContentType="application/vnd.openxmlformats-officedocument.presentationml.slide+xml"/>
  <Override PartName="/ppt/slideMasters/slideMaster502.xml" ContentType="application/vnd.openxmlformats-officedocument.presentationml.slideMaster+xml"/>
  <Override PartName="/ppt/slides/slide502.xml" ContentType="application/vnd.openxmlformats-officedocument.presentationml.slide+xml"/>
  <Override PartName="/ppt/slideMasters/slideMaster503.xml" ContentType="application/vnd.openxmlformats-officedocument.presentationml.slideMaster+xml"/>
  <Override PartName="/ppt/slides/slide503.xml" ContentType="application/vnd.openxmlformats-officedocument.presentationml.slide+xml"/>
  <Override PartName="/ppt/slideMasters/slideMaster504.xml" ContentType="application/vnd.openxmlformats-officedocument.presentationml.slideMaster+xml"/>
  <Override PartName="/ppt/slides/slide504.xml" ContentType="application/vnd.openxmlformats-officedocument.presentationml.slide+xml"/>
  <Override PartName="/ppt/slideMasters/slideMaster505.xml" ContentType="application/vnd.openxmlformats-officedocument.presentationml.slideMaster+xml"/>
  <Override PartName="/ppt/slides/slide505.xml" ContentType="application/vnd.openxmlformats-officedocument.presentationml.slide+xml"/>
  <Override PartName="/ppt/slideMasters/slideMaster506.xml" ContentType="application/vnd.openxmlformats-officedocument.presentationml.slideMaster+xml"/>
  <Override PartName="/ppt/slides/slide506.xml" ContentType="application/vnd.openxmlformats-officedocument.presentationml.slide+xml"/>
  <Override PartName="/ppt/slideMasters/slideMaster507.xml" ContentType="application/vnd.openxmlformats-officedocument.presentationml.slideMaster+xml"/>
  <Override PartName="/ppt/slides/slide507.xml" ContentType="application/vnd.openxmlformats-officedocument.presentationml.slide+xml"/>
  <Override PartName="/ppt/slideMasters/slideMaster508.xml" ContentType="application/vnd.openxmlformats-officedocument.presentationml.slideMaster+xml"/>
  <Override PartName="/ppt/slides/slide508.xml" ContentType="application/vnd.openxmlformats-officedocument.presentationml.slide+xml"/>
  <Override PartName="/ppt/slideMasters/slideMaster509.xml" ContentType="application/vnd.openxmlformats-officedocument.presentationml.slideMaster+xml"/>
  <Override PartName="/ppt/slides/slide509.xml" ContentType="application/vnd.openxmlformats-officedocument.presentationml.slide+xml"/>
  <Override PartName="/ppt/slideMasters/slideMaster510.xml" ContentType="application/vnd.openxmlformats-officedocument.presentationml.slideMaster+xml"/>
  <Override PartName="/ppt/slides/slide510.xml" ContentType="application/vnd.openxmlformats-officedocument.presentationml.slide+xml"/>
  <Override PartName="/ppt/slideMasters/slideMaster511.xml" ContentType="application/vnd.openxmlformats-officedocument.presentationml.slideMaster+xml"/>
  <Override PartName="/ppt/slides/slide511.xml" ContentType="application/vnd.openxmlformats-officedocument.presentationml.slide+xml"/>
  <Override PartName="/ppt/slideMasters/slideMaster512.xml" ContentType="application/vnd.openxmlformats-officedocument.presentationml.slideMaster+xml"/>
  <Override PartName="/ppt/slides/slide512.xml" ContentType="application/vnd.openxmlformats-officedocument.presentationml.slide+xml"/>
  <Override PartName="/ppt/slideMasters/slideMaster513.xml" ContentType="application/vnd.openxmlformats-officedocument.presentationml.slideMaster+xml"/>
  <Override PartName="/ppt/slides/slide513.xml" ContentType="application/vnd.openxmlformats-officedocument.presentationml.slide+xml"/>
  <Override PartName="/ppt/slideMasters/slideMaster514.xml" ContentType="application/vnd.openxmlformats-officedocument.presentationml.slideMaster+xml"/>
  <Override PartName="/ppt/slides/slide514.xml" ContentType="application/vnd.openxmlformats-officedocument.presentationml.slide+xml"/>
  <Override PartName="/ppt/slideMasters/slideMaster515.xml" ContentType="application/vnd.openxmlformats-officedocument.presentationml.slideMaster+xml"/>
  <Override PartName="/ppt/slides/slide515.xml" ContentType="application/vnd.openxmlformats-officedocument.presentationml.slide+xml"/>
  <Override PartName="/ppt/slideMasters/slideMaster516.xml" ContentType="application/vnd.openxmlformats-officedocument.presentationml.slideMaster+xml"/>
  <Override PartName="/ppt/slides/slide516.xml" ContentType="application/vnd.openxmlformats-officedocument.presentationml.slide+xml"/>
  <Override PartName="/ppt/slideMasters/slideMaster517.xml" ContentType="application/vnd.openxmlformats-officedocument.presentationml.slideMaster+xml"/>
  <Override PartName="/ppt/slides/slide517.xml" ContentType="application/vnd.openxmlformats-officedocument.presentationml.slide+xml"/>
  <Override PartName="/ppt/slideMasters/slideMaster518.xml" ContentType="application/vnd.openxmlformats-officedocument.presentationml.slideMaster+xml"/>
  <Override PartName="/ppt/slides/slide518.xml" ContentType="application/vnd.openxmlformats-officedocument.presentationml.slide+xml"/>
  <Override PartName="/ppt/slideMasters/slideMaster519.xml" ContentType="application/vnd.openxmlformats-officedocument.presentationml.slideMaster+xml"/>
  <Override PartName="/ppt/slides/slide519.xml" ContentType="application/vnd.openxmlformats-officedocument.presentationml.slide+xml"/>
  <Override PartName="/ppt/slideMasters/slideMaster520.xml" ContentType="application/vnd.openxmlformats-officedocument.presentationml.slideMaster+xml"/>
  <Override PartName="/ppt/slides/slide520.xml" ContentType="application/vnd.openxmlformats-officedocument.presentationml.slide+xml"/>
  <Override PartName="/ppt/slideMasters/slideMaster521.xml" ContentType="application/vnd.openxmlformats-officedocument.presentationml.slideMaster+xml"/>
  <Override PartName="/ppt/slides/slide521.xml" ContentType="application/vnd.openxmlformats-officedocument.presentationml.slide+xml"/>
  <Override PartName="/ppt/slideMasters/slideMaster522.xml" ContentType="application/vnd.openxmlformats-officedocument.presentationml.slideMaster+xml"/>
  <Override PartName="/ppt/slides/slide522.xml" ContentType="application/vnd.openxmlformats-officedocument.presentationml.slide+xml"/>
  <Override PartName="/ppt/slideMasters/slideMaster523.xml" ContentType="application/vnd.openxmlformats-officedocument.presentationml.slideMaster+xml"/>
  <Override PartName="/ppt/slides/slide523.xml" ContentType="application/vnd.openxmlformats-officedocument.presentationml.slide+xml"/>
  <Override PartName="/ppt/slideMasters/slideMaster524.xml" ContentType="application/vnd.openxmlformats-officedocument.presentationml.slideMaster+xml"/>
  <Override PartName="/ppt/slides/slide524.xml" ContentType="application/vnd.openxmlformats-officedocument.presentationml.slide+xml"/>
  <Override PartName="/ppt/slideMasters/slideMaster525.xml" ContentType="application/vnd.openxmlformats-officedocument.presentationml.slideMaster+xml"/>
  <Override PartName="/ppt/slides/slide525.xml" ContentType="application/vnd.openxmlformats-officedocument.presentationml.slide+xml"/>
  <Override PartName="/ppt/slideMasters/slideMaster526.xml" ContentType="application/vnd.openxmlformats-officedocument.presentationml.slideMaster+xml"/>
  <Override PartName="/ppt/slides/slide526.xml" ContentType="application/vnd.openxmlformats-officedocument.presentationml.slide+xml"/>
  <Override PartName="/ppt/slideMasters/slideMaster527.xml" ContentType="application/vnd.openxmlformats-officedocument.presentationml.slideMaster+xml"/>
  <Override PartName="/ppt/slides/slide527.xml" ContentType="application/vnd.openxmlformats-officedocument.presentationml.slide+xml"/>
  <Override PartName="/ppt/slideMasters/slideMaster528.xml" ContentType="application/vnd.openxmlformats-officedocument.presentationml.slideMaster+xml"/>
  <Override PartName="/ppt/slides/slide5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ppt/notesSlides/notesSlide332.xml" ContentType="application/vnd.openxmlformats-officedocument.presentationml.notesSlide+xml"/>
  <Override PartName="/ppt/notesSlides/notesSlide333.xml" ContentType="application/vnd.openxmlformats-officedocument.presentationml.notesSlide+xml"/>
  <Override PartName="/ppt/notesSlides/notesSlide334.xml" ContentType="application/vnd.openxmlformats-officedocument.presentationml.notesSlide+xml"/>
  <Override PartName="/ppt/notesSlides/notesSlide335.xml" ContentType="application/vnd.openxmlformats-officedocument.presentationml.notesSlide+xml"/>
  <Override PartName="/ppt/notesSlides/notesSlide336.xml" ContentType="application/vnd.openxmlformats-officedocument.presentationml.notesSlide+xml"/>
  <Override PartName="/ppt/notesSlides/notesSlide337.xml" ContentType="application/vnd.openxmlformats-officedocument.presentationml.notesSlide+xml"/>
  <Override PartName="/ppt/notesSlides/notesSlide338.xml" ContentType="application/vnd.openxmlformats-officedocument.presentationml.notesSlide+xml"/>
  <Override PartName="/ppt/notesSlides/notesSlide339.xml" ContentType="application/vnd.openxmlformats-officedocument.presentationml.notesSlide+xml"/>
  <Override PartName="/ppt/notesSlides/notesSlide340.xml" ContentType="application/vnd.openxmlformats-officedocument.presentationml.notesSlide+xml"/>
  <Override PartName="/ppt/notesSlides/notesSlide341.xml" ContentType="application/vnd.openxmlformats-officedocument.presentationml.notesSlide+xml"/>
  <Override PartName="/ppt/notesSlides/notesSlide342.xml" ContentType="application/vnd.openxmlformats-officedocument.presentationml.notesSlide+xml"/>
  <Override PartName="/ppt/notesSlides/notesSlide343.xml" ContentType="application/vnd.openxmlformats-officedocument.presentationml.notesSlide+xml"/>
  <Override PartName="/ppt/notesSlides/notesSlide344.xml" ContentType="application/vnd.openxmlformats-officedocument.presentationml.notesSlide+xml"/>
  <Override PartName="/ppt/notesSlides/notesSlide345.xml" ContentType="application/vnd.openxmlformats-officedocument.presentationml.notesSlide+xml"/>
  <Override PartName="/ppt/notesSlides/notesSlide346.xml" ContentType="application/vnd.openxmlformats-officedocument.presentationml.notesSlide+xml"/>
  <Override PartName="/ppt/notesSlides/notesSlide347.xml" ContentType="application/vnd.openxmlformats-officedocument.presentationml.notesSlide+xml"/>
  <Override PartName="/ppt/notesSlides/notesSlide348.xml" ContentType="application/vnd.openxmlformats-officedocument.presentationml.notesSlide+xml"/>
  <Override PartName="/ppt/notesSlides/notesSlide349.xml" ContentType="application/vnd.openxmlformats-officedocument.presentationml.notesSlide+xml"/>
  <Override PartName="/ppt/notesSlides/notesSlide350.xml" ContentType="application/vnd.openxmlformats-officedocument.presentationml.notesSlide+xml"/>
  <Override PartName="/ppt/notesSlides/notesSlide351.xml" ContentType="application/vnd.openxmlformats-officedocument.presentationml.notesSlide+xml"/>
  <Override PartName="/ppt/notesSlides/notesSlide352.xml" ContentType="application/vnd.openxmlformats-officedocument.presentationml.notesSlide+xml"/>
  <Override PartName="/ppt/notesSlides/notesSlide353.xml" ContentType="application/vnd.openxmlformats-officedocument.presentationml.notesSlide+xml"/>
  <Override PartName="/ppt/notesSlides/notesSlide354.xml" ContentType="application/vnd.openxmlformats-officedocument.presentationml.notesSlide+xml"/>
  <Override PartName="/ppt/notesSlides/notesSlide355.xml" ContentType="application/vnd.openxmlformats-officedocument.presentationml.notesSlide+xml"/>
  <Override PartName="/ppt/notesSlides/notesSlide356.xml" ContentType="application/vnd.openxmlformats-officedocument.presentationml.notesSlide+xml"/>
  <Override PartName="/ppt/notesSlides/notesSlide357.xml" ContentType="application/vnd.openxmlformats-officedocument.presentationml.notesSlide+xml"/>
  <Override PartName="/ppt/notesSlides/notesSlide358.xml" ContentType="application/vnd.openxmlformats-officedocument.presentationml.notesSlide+xml"/>
  <Override PartName="/ppt/notesSlides/notesSlide359.xml" ContentType="application/vnd.openxmlformats-officedocument.presentationml.notesSlide+xml"/>
  <Override PartName="/ppt/notesSlides/notesSlide360.xml" ContentType="application/vnd.openxmlformats-officedocument.presentationml.notesSlide+xml"/>
  <Override PartName="/ppt/notesSlides/notesSlide361.xml" ContentType="application/vnd.openxmlformats-officedocument.presentationml.notesSlide+xml"/>
  <Override PartName="/ppt/notesSlides/notesSlide362.xml" ContentType="application/vnd.openxmlformats-officedocument.presentationml.notesSlide+xml"/>
  <Override PartName="/ppt/notesSlides/notesSlide363.xml" ContentType="application/vnd.openxmlformats-officedocument.presentationml.notesSlide+xml"/>
  <Override PartName="/ppt/notesSlides/notesSlide364.xml" ContentType="application/vnd.openxmlformats-officedocument.presentationml.notesSlide+xml"/>
  <Override PartName="/ppt/notesSlides/notesSlide365.xml" ContentType="application/vnd.openxmlformats-officedocument.presentationml.notesSlide+xml"/>
  <Override PartName="/ppt/notesSlides/notesSlide366.xml" ContentType="application/vnd.openxmlformats-officedocument.presentationml.notesSlide+xml"/>
  <Override PartName="/ppt/notesSlides/notesSlide367.xml" ContentType="application/vnd.openxmlformats-officedocument.presentationml.notesSlide+xml"/>
  <Override PartName="/ppt/notesSlides/notesSlide368.xml" ContentType="application/vnd.openxmlformats-officedocument.presentationml.notesSlide+xml"/>
  <Override PartName="/ppt/notesSlides/notesSlide369.xml" ContentType="application/vnd.openxmlformats-officedocument.presentationml.notesSlide+xml"/>
  <Override PartName="/ppt/notesSlides/notesSlide370.xml" ContentType="application/vnd.openxmlformats-officedocument.presentationml.notesSlide+xml"/>
  <Override PartName="/ppt/notesSlides/notesSlide371.xml" ContentType="application/vnd.openxmlformats-officedocument.presentationml.notesSlide+xml"/>
  <Override PartName="/ppt/notesSlides/notesSlide372.xml" ContentType="application/vnd.openxmlformats-officedocument.presentationml.notesSlide+xml"/>
  <Override PartName="/ppt/notesSlides/notesSlide373.xml" ContentType="application/vnd.openxmlformats-officedocument.presentationml.notesSlide+xml"/>
  <Override PartName="/ppt/notesSlides/notesSlide374.xml" ContentType="application/vnd.openxmlformats-officedocument.presentationml.notesSlide+xml"/>
  <Override PartName="/ppt/notesSlides/notesSlide375.xml" ContentType="application/vnd.openxmlformats-officedocument.presentationml.notesSlide+xml"/>
  <Override PartName="/ppt/notesSlides/notesSlide376.xml" ContentType="application/vnd.openxmlformats-officedocument.presentationml.notesSlide+xml"/>
  <Override PartName="/ppt/notesSlides/notesSlide377.xml" ContentType="application/vnd.openxmlformats-officedocument.presentationml.notesSlide+xml"/>
  <Override PartName="/ppt/notesSlides/notesSlide378.xml" ContentType="application/vnd.openxmlformats-officedocument.presentationml.notesSlide+xml"/>
  <Override PartName="/ppt/notesSlides/notesSlide379.xml" ContentType="application/vnd.openxmlformats-officedocument.presentationml.notesSlide+xml"/>
  <Override PartName="/ppt/notesSlides/notesSlide380.xml" ContentType="application/vnd.openxmlformats-officedocument.presentationml.notesSlide+xml"/>
  <Override PartName="/ppt/notesSlides/notesSlide381.xml" ContentType="application/vnd.openxmlformats-officedocument.presentationml.notesSlide+xml"/>
  <Override PartName="/ppt/notesSlides/notesSlide382.xml" ContentType="application/vnd.openxmlformats-officedocument.presentationml.notesSlide+xml"/>
  <Override PartName="/ppt/notesSlides/notesSlide383.xml" ContentType="application/vnd.openxmlformats-officedocument.presentationml.notesSlide+xml"/>
  <Override PartName="/ppt/notesSlides/notesSlide384.xml" ContentType="application/vnd.openxmlformats-officedocument.presentationml.notesSlide+xml"/>
  <Override PartName="/ppt/notesSlides/notesSlide385.xml" ContentType="application/vnd.openxmlformats-officedocument.presentationml.notesSlide+xml"/>
  <Override PartName="/ppt/notesSlides/notesSlide386.xml" ContentType="application/vnd.openxmlformats-officedocument.presentationml.notesSlide+xml"/>
  <Override PartName="/ppt/notesSlides/notesSlide387.xml" ContentType="application/vnd.openxmlformats-officedocument.presentationml.notesSlide+xml"/>
  <Override PartName="/ppt/notesSlides/notesSlide388.xml" ContentType="application/vnd.openxmlformats-officedocument.presentationml.notesSlide+xml"/>
  <Override PartName="/ppt/notesSlides/notesSlide389.xml" ContentType="application/vnd.openxmlformats-officedocument.presentationml.notesSlide+xml"/>
  <Override PartName="/ppt/notesSlides/notesSlide390.xml" ContentType="application/vnd.openxmlformats-officedocument.presentationml.notesSlide+xml"/>
  <Override PartName="/ppt/notesSlides/notesSlide391.xml" ContentType="application/vnd.openxmlformats-officedocument.presentationml.notesSlide+xml"/>
  <Override PartName="/ppt/notesSlides/notesSlide392.xml" ContentType="application/vnd.openxmlformats-officedocument.presentationml.notesSlide+xml"/>
  <Override PartName="/ppt/notesSlides/notesSlide393.xml" ContentType="application/vnd.openxmlformats-officedocument.presentationml.notesSlide+xml"/>
  <Override PartName="/ppt/notesSlides/notesSlide394.xml" ContentType="application/vnd.openxmlformats-officedocument.presentationml.notesSlide+xml"/>
  <Override PartName="/ppt/notesSlides/notesSlide395.xml" ContentType="application/vnd.openxmlformats-officedocument.presentationml.notesSlide+xml"/>
  <Override PartName="/ppt/notesSlides/notesSlide396.xml" ContentType="application/vnd.openxmlformats-officedocument.presentationml.notesSlide+xml"/>
  <Override PartName="/ppt/notesSlides/notesSlide397.xml" ContentType="application/vnd.openxmlformats-officedocument.presentationml.notesSlide+xml"/>
  <Override PartName="/ppt/notesSlides/notesSlide398.xml" ContentType="application/vnd.openxmlformats-officedocument.presentationml.notesSlide+xml"/>
  <Override PartName="/ppt/notesSlides/notesSlide399.xml" ContentType="application/vnd.openxmlformats-officedocument.presentationml.notesSlide+xml"/>
  <Override PartName="/ppt/notesSlides/notesSlide400.xml" ContentType="application/vnd.openxmlformats-officedocument.presentationml.notesSlide+xml"/>
  <Override PartName="/ppt/notesSlides/notesSlide401.xml" ContentType="application/vnd.openxmlformats-officedocument.presentationml.notesSlide+xml"/>
  <Override PartName="/ppt/notesSlides/notesSlide402.xml" ContentType="application/vnd.openxmlformats-officedocument.presentationml.notesSlide+xml"/>
  <Override PartName="/ppt/notesSlides/notesSlide403.xml" ContentType="application/vnd.openxmlformats-officedocument.presentationml.notesSlide+xml"/>
  <Override PartName="/ppt/notesSlides/notesSlide404.xml" ContentType="application/vnd.openxmlformats-officedocument.presentationml.notesSlide+xml"/>
  <Override PartName="/ppt/notesSlides/notesSlide405.xml" ContentType="application/vnd.openxmlformats-officedocument.presentationml.notesSlide+xml"/>
  <Override PartName="/ppt/notesSlides/notesSlide406.xml" ContentType="application/vnd.openxmlformats-officedocument.presentationml.notesSlide+xml"/>
  <Override PartName="/ppt/notesSlides/notesSlide407.xml" ContentType="application/vnd.openxmlformats-officedocument.presentationml.notesSlide+xml"/>
  <Override PartName="/ppt/notesSlides/notesSlide408.xml" ContentType="application/vnd.openxmlformats-officedocument.presentationml.notesSlide+xml"/>
  <Override PartName="/ppt/notesSlides/notesSlide409.xml" ContentType="application/vnd.openxmlformats-officedocument.presentationml.notesSlide+xml"/>
  <Override PartName="/ppt/notesSlides/notesSlide410.xml" ContentType="application/vnd.openxmlformats-officedocument.presentationml.notesSlide+xml"/>
  <Override PartName="/ppt/notesSlides/notesSlide411.xml" ContentType="application/vnd.openxmlformats-officedocument.presentationml.notesSlide+xml"/>
  <Override PartName="/ppt/notesSlides/notesSlide412.xml" ContentType="application/vnd.openxmlformats-officedocument.presentationml.notesSlide+xml"/>
  <Override PartName="/ppt/notesSlides/notesSlide413.xml" ContentType="application/vnd.openxmlformats-officedocument.presentationml.notesSlide+xml"/>
  <Override PartName="/ppt/notesSlides/notesSlide414.xml" ContentType="application/vnd.openxmlformats-officedocument.presentationml.notesSlide+xml"/>
  <Override PartName="/ppt/notesSlides/notesSlide415.xml" ContentType="application/vnd.openxmlformats-officedocument.presentationml.notesSlide+xml"/>
  <Override PartName="/ppt/notesSlides/notesSlide416.xml" ContentType="application/vnd.openxmlformats-officedocument.presentationml.notesSlide+xml"/>
  <Override PartName="/ppt/notesSlides/notesSlide417.xml" ContentType="application/vnd.openxmlformats-officedocument.presentationml.notesSlide+xml"/>
  <Override PartName="/ppt/notesSlides/notesSlide418.xml" ContentType="application/vnd.openxmlformats-officedocument.presentationml.notesSlide+xml"/>
  <Override PartName="/ppt/notesSlides/notesSlide419.xml" ContentType="application/vnd.openxmlformats-officedocument.presentationml.notesSlide+xml"/>
  <Override PartName="/ppt/notesSlides/notesSlide420.xml" ContentType="application/vnd.openxmlformats-officedocument.presentationml.notesSlide+xml"/>
  <Override PartName="/ppt/notesSlides/notesSlide421.xml" ContentType="application/vnd.openxmlformats-officedocument.presentationml.notesSlide+xml"/>
  <Override PartName="/ppt/notesSlides/notesSlide422.xml" ContentType="application/vnd.openxmlformats-officedocument.presentationml.notesSlide+xml"/>
  <Override PartName="/ppt/notesSlides/notesSlide423.xml" ContentType="application/vnd.openxmlformats-officedocument.presentationml.notesSlide+xml"/>
  <Override PartName="/ppt/notesSlides/notesSlide424.xml" ContentType="application/vnd.openxmlformats-officedocument.presentationml.notesSlide+xml"/>
  <Override PartName="/ppt/notesSlides/notesSlide425.xml" ContentType="application/vnd.openxmlformats-officedocument.presentationml.notesSlide+xml"/>
  <Override PartName="/ppt/notesSlides/notesSlide426.xml" ContentType="application/vnd.openxmlformats-officedocument.presentationml.notesSlide+xml"/>
  <Override PartName="/ppt/notesSlides/notesSlide427.xml" ContentType="application/vnd.openxmlformats-officedocument.presentationml.notesSlide+xml"/>
  <Override PartName="/ppt/notesSlides/notesSlide428.xml" ContentType="application/vnd.openxmlformats-officedocument.presentationml.notesSlide+xml"/>
  <Override PartName="/ppt/notesSlides/notesSlide429.xml" ContentType="application/vnd.openxmlformats-officedocument.presentationml.notesSlide+xml"/>
  <Override PartName="/ppt/notesSlides/notesSlide430.xml" ContentType="application/vnd.openxmlformats-officedocument.presentationml.notesSlide+xml"/>
  <Override PartName="/ppt/notesSlides/notesSlide431.xml" ContentType="application/vnd.openxmlformats-officedocument.presentationml.notesSlide+xml"/>
  <Override PartName="/ppt/notesSlides/notesSlide432.xml" ContentType="application/vnd.openxmlformats-officedocument.presentationml.notesSlide+xml"/>
  <Override PartName="/ppt/notesSlides/notesSlide433.xml" ContentType="application/vnd.openxmlformats-officedocument.presentationml.notesSlide+xml"/>
  <Override PartName="/ppt/notesSlides/notesSlide434.xml" ContentType="application/vnd.openxmlformats-officedocument.presentationml.notesSlide+xml"/>
  <Override PartName="/ppt/notesSlides/notesSlide435.xml" ContentType="application/vnd.openxmlformats-officedocument.presentationml.notesSlide+xml"/>
  <Override PartName="/ppt/notesSlides/notesSlide436.xml" ContentType="application/vnd.openxmlformats-officedocument.presentationml.notesSlide+xml"/>
  <Override PartName="/ppt/notesSlides/notesSlide437.xml" ContentType="application/vnd.openxmlformats-officedocument.presentationml.notesSlide+xml"/>
  <Override PartName="/ppt/notesSlides/notesSlide438.xml" ContentType="application/vnd.openxmlformats-officedocument.presentationml.notesSlide+xml"/>
  <Override PartName="/ppt/notesSlides/notesSlide439.xml" ContentType="application/vnd.openxmlformats-officedocument.presentationml.notesSlide+xml"/>
  <Override PartName="/ppt/notesSlides/notesSlide440.xml" ContentType="application/vnd.openxmlformats-officedocument.presentationml.notesSlide+xml"/>
  <Override PartName="/ppt/notesSlides/notesSlide441.xml" ContentType="application/vnd.openxmlformats-officedocument.presentationml.notesSlide+xml"/>
  <Override PartName="/ppt/notesSlides/notesSlide442.xml" ContentType="application/vnd.openxmlformats-officedocument.presentationml.notesSlide+xml"/>
  <Override PartName="/ppt/notesSlides/notesSlide443.xml" ContentType="application/vnd.openxmlformats-officedocument.presentationml.notesSlide+xml"/>
  <Override PartName="/ppt/notesSlides/notesSlide444.xml" ContentType="application/vnd.openxmlformats-officedocument.presentationml.notesSlide+xml"/>
  <Override PartName="/ppt/notesSlides/notesSlide445.xml" ContentType="application/vnd.openxmlformats-officedocument.presentationml.notesSlide+xml"/>
  <Override PartName="/ppt/notesSlides/notesSlide446.xml" ContentType="application/vnd.openxmlformats-officedocument.presentationml.notesSlide+xml"/>
  <Override PartName="/ppt/notesSlides/notesSlide447.xml" ContentType="application/vnd.openxmlformats-officedocument.presentationml.notesSlide+xml"/>
  <Override PartName="/ppt/notesSlides/notesSlide448.xml" ContentType="application/vnd.openxmlformats-officedocument.presentationml.notesSlide+xml"/>
  <Override PartName="/ppt/notesSlides/notesSlide449.xml" ContentType="application/vnd.openxmlformats-officedocument.presentationml.notesSlide+xml"/>
  <Override PartName="/ppt/notesSlides/notesSlide450.xml" ContentType="application/vnd.openxmlformats-officedocument.presentationml.notesSlide+xml"/>
  <Override PartName="/ppt/notesSlides/notesSlide451.xml" ContentType="application/vnd.openxmlformats-officedocument.presentationml.notesSlide+xml"/>
  <Override PartName="/ppt/notesSlides/notesSlide452.xml" ContentType="application/vnd.openxmlformats-officedocument.presentationml.notesSlide+xml"/>
  <Override PartName="/ppt/notesSlides/notesSlide453.xml" ContentType="application/vnd.openxmlformats-officedocument.presentationml.notesSlide+xml"/>
  <Override PartName="/ppt/notesSlides/notesSlide454.xml" ContentType="application/vnd.openxmlformats-officedocument.presentationml.notesSlide+xml"/>
  <Override PartName="/ppt/notesSlides/notesSlide455.xml" ContentType="application/vnd.openxmlformats-officedocument.presentationml.notesSlide+xml"/>
  <Override PartName="/ppt/notesSlides/notesSlide456.xml" ContentType="application/vnd.openxmlformats-officedocument.presentationml.notesSlide+xml"/>
  <Override PartName="/ppt/notesSlides/notesSlide457.xml" ContentType="application/vnd.openxmlformats-officedocument.presentationml.notesSlide+xml"/>
  <Override PartName="/ppt/notesSlides/notesSlide458.xml" ContentType="application/vnd.openxmlformats-officedocument.presentationml.notesSlide+xml"/>
  <Override PartName="/ppt/notesSlides/notesSlide459.xml" ContentType="application/vnd.openxmlformats-officedocument.presentationml.notesSlide+xml"/>
  <Override PartName="/ppt/notesSlides/notesSlide460.xml" ContentType="application/vnd.openxmlformats-officedocument.presentationml.notesSlide+xml"/>
  <Override PartName="/ppt/notesSlides/notesSlide461.xml" ContentType="application/vnd.openxmlformats-officedocument.presentationml.notesSlide+xml"/>
  <Override PartName="/ppt/notesSlides/notesSlide462.xml" ContentType="application/vnd.openxmlformats-officedocument.presentationml.notesSlide+xml"/>
  <Override PartName="/ppt/notesSlides/notesSlide463.xml" ContentType="application/vnd.openxmlformats-officedocument.presentationml.notesSlide+xml"/>
  <Override PartName="/ppt/notesSlides/notesSlide464.xml" ContentType="application/vnd.openxmlformats-officedocument.presentationml.notesSlide+xml"/>
  <Override PartName="/ppt/notesSlides/notesSlide465.xml" ContentType="application/vnd.openxmlformats-officedocument.presentationml.notesSlide+xml"/>
  <Override PartName="/ppt/notesSlides/notesSlide466.xml" ContentType="application/vnd.openxmlformats-officedocument.presentationml.notesSlide+xml"/>
  <Override PartName="/ppt/notesSlides/notesSlide467.xml" ContentType="application/vnd.openxmlformats-officedocument.presentationml.notesSlide+xml"/>
  <Override PartName="/ppt/notesSlides/notesSlide468.xml" ContentType="application/vnd.openxmlformats-officedocument.presentationml.notesSlide+xml"/>
  <Override PartName="/ppt/notesSlides/notesSlide469.xml" ContentType="application/vnd.openxmlformats-officedocument.presentationml.notesSlide+xml"/>
  <Override PartName="/ppt/notesSlides/notesSlide470.xml" ContentType="application/vnd.openxmlformats-officedocument.presentationml.notesSlide+xml"/>
  <Override PartName="/ppt/notesSlides/notesSlide471.xml" ContentType="application/vnd.openxmlformats-officedocument.presentationml.notesSlide+xml"/>
  <Override PartName="/ppt/notesSlides/notesSlide472.xml" ContentType="application/vnd.openxmlformats-officedocument.presentationml.notesSlide+xml"/>
  <Override PartName="/ppt/notesSlides/notesSlide473.xml" ContentType="application/vnd.openxmlformats-officedocument.presentationml.notesSlide+xml"/>
  <Override PartName="/ppt/notesSlides/notesSlide474.xml" ContentType="application/vnd.openxmlformats-officedocument.presentationml.notesSlide+xml"/>
  <Override PartName="/ppt/notesSlides/notesSlide475.xml" ContentType="application/vnd.openxmlformats-officedocument.presentationml.notesSlide+xml"/>
  <Override PartName="/ppt/notesSlides/notesSlide476.xml" ContentType="application/vnd.openxmlformats-officedocument.presentationml.notesSlide+xml"/>
  <Override PartName="/ppt/notesSlides/notesSlide477.xml" ContentType="application/vnd.openxmlformats-officedocument.presentationml.notesSlide+xml"/>
  <Override PartName="/ppt/notesSlides/notesSlide478.xml" ContentType="application/vnd.openxmlformats-officedocument.presentationml.notesSlide+xml"/>
  <Override PartName="/ppt/notesSlides/notesSlide479.xml" ContentType="application/vnd.openxmlformats-officedocument.presentationml.notesSlide+xml"/>
  <Override PartName="/ppt/notesSlides/notesSlide480.xml" ContentType="application/vnd.openxmlformats-officedocument.presentationml.notesSlide+xml"/>
  <Override PartName="/ppt/notesSlides/notesSlide481.xml" ContentType="application/vnd.openxmlformats-officedocument.presentationml.notesSlide+xml"/>
  <Override PartName="/ppt/notesSlides/notesSlide482.xml" ContentType="application/vnd.openxmlformats-officedocument.presentationml.notesSlide+xml"/>
  <Override PartName="/ppt/notesSlides/notesSlide483.xml" ContentType="application/vnd.openxmlformats-officedocument.presentationml.notesSlide+xml"/>
  <Override PartName="/ppt/notesSlides/notesSlide484.xml" ContentType="application/vnd.openxmlformats-officedocument.presentationml.notesSlide+xml"/>
  <Override PartName="/ppt/notesSlides/notesSlide485.xml" ContentType="application/vnd.openxmlformats-officedocument.presentationml.notesSlide+xml"/>
  <Override PartName="/ppt/notesSlides/notesSlide486.xml" ContentType="application/vnd.openxmlformats-officedocument.presentationml.notesSlide+xml"/>
  <Override PartName="/ppt/notesSlides/notesSlide487.xml" ContentType="application/vnd.openxmlformats-officedocument.presentationml.notesSlide+xml"/>
  <Override PartName="/ppt/notesSlides/notesSlide488.xml" ContentType="application/vnd.openxmlformats-officedocument.presentationml.notesSlide+xml"/>
  <Override PartName="/ppt/notesSlides/notesSlide489.xml" ContentType="application/vnd.openxmlformats-officedocument.presentationml.notesSlide+xml"/>
  <Override PartName="/ppt/notesSlides/notesSlide490.xml" ContentType="application/vnd.openxmlformats-officedocument.presentationml.notesSlide+xml"/>
  <Override PartName="/ppt/notesSlides/notesSlide491.xml" ContentType="application/vnd.openxmlformats-officedocument.presentationml.notesSlide+xml"/>
  <Override PartName="/ppt/notesSlides/notesSlide492.xml" ContentType="application/vnd.openxmlformats-officedocument.presentationml.notesSlide+xml"/>
  <Override PartName="/ppt/notesSlides/notesSlide493.xml" ContentType="application/vnd.openxmlformats-officedocument.presentationml.notesSlide+xml"/>
  <Override PartName="/ppt/notesSlides/notesSlide494.xml" ContentType="application/vnd.openxmlformats-officedocument.presentationml.notesSlide+xml"/>
  <Override PartName="/ppt/notesSlides/notesSlide495.xml" ContentType="application/vnd.openxmlformats-officedocument.presentationml.notesSlide+xml"/>
  <Override PartName="/ppt/notesSlides/notesSlide496.xml" ContentType="application/vnd.openxmlformats-officedocument.presentationml.notesSlide+xml"/>
  <Override PartName="/ppt/notesSlides/notesSlide497.xml" ContentType="application/vnd.openxmlformats-officedocument.presentationml.notesSlide+xml"/>
  <Override PartName="/ppt/notesSlides/notesSlide498.xml" ContentType="application/vnd.openxmlformats-officedocument.presentationml.notesSlide+xml"/>
  <Override PartName="/ppt/notesSlides/notesSlide499.xml" ContentType="application/vnd.openxmlformats-officedocument.presentationml.notesSlide+xml"/>
  <Override PartName="/ppt/notesSlides/notesSlide500.xml" ContentType="application/vnd.openxmlformats-officedocument.presentationml.notesSlide+xml"/>
  <Override PartName="/ppt/notesSlides/notesSlide501.xml" ContentType="application/vnd.openxmlformats-officedocument.presentationml.notesSlide+xml"/>
  <Override PartName="/ppt/notesSlides/notesSlide502.xml" ContentType="application/vnd.openxmlformats-officedocument.presentationml.notesSlide+xml"/>
  <Override PartName="/ppt/notesSlides/notesSlide503.xml" ContentType="application/vnd.openxmlformats-officedocument.presentationml.notesSlide+xml"/>
  <Override PartName="/ppt/notesSlides/notesSlide504.xml" ContentType="application/vnd.openxmlformats-officedocument.presentationml.notesSlide+xml"/>
  <Override PartName="/ppt/notesSlides/notesSlide505.xml" ContentType="application/vnd.openxmlformats-officedocument.presentationml.notesSlide+xml"/>
  <Override PartName="/ppt/notesSlides/notesSlide506.xml" ContentType="application/vnd.openxmlformats-officedocument.presentationml.notesSlide+xml"/>
  <Override PartName="/ppt/notesSlides/notesSlide507.xml" ContentType="application/vnd.openxmlformats-officedocument.presentationml.notesSlide+xml"/>
  <Override PartName="/ppt/notesSlides/notesSlide508.xml" ContentType="application/vnd.openxmlformats-officedocument.presentationml.notesSlide+xml"/>
  <Override PartName="/ppt/notesSlides/notesSlide509.xml" ContentType="application/vnd.openxmlformats-officedocument.presentationml.notesSlide+xml"/>
  <Override PartName="/ppt/notesSlides/notesSlide510.xml" ContentType="application/vnd.openxmlformats-officedocument.presentationml.notesSlide+xml"/>
  <Override PartName="/ppt/notesSlides/notesSlide511.xml" ContentType="application/vnd.openxmlformats-officedocument.presentationml.notesSlide+xml"/>
  <Override PartName="/ppt/notesSlides/notesSlide512.xml" ContentType="application/vnd.openxmlformats-officedocument.presentationml.notesSlide+xml"/>
  <Override PartName="/ppt/notesSlides/notesSlide513.xml" ContentType="application/vnd.openxmlformats-officedocument.presentationml.notesSlide+xml"/>
  <Override PartName="/ppt/notesSlides/notesSlide514.xml" ContentType="application/vnd.openxmlformats-officedocument.presentationml.notesSlide+xml"/>
  <Override PartName="/ppt/notesSlides/notesSlide515.xml" ContentType="application/vnd.openxmlformats-officedocument.presentationml.notesSlide+xml"/>
  <Override PartName="/ppt/notesSlides/notesSlide516.xml" ContentType="application/vnd.openxmlformats-officedocument.presentationml.notesSlide+xml"/>
  <Override PartName="/ppt/notesSlides/notesSlide517.xml" ContentType="application/vnd.openxmlformats-officedocument.presentationml.notesSlide+xml"/>
  <Override PartName="/ppt/notesSlides/notesSlide518.xml" ContentType="application/vnd.openxmlformats-officedocument.presentationml.notesSlide+xml"/>
  <Override PartName="/ppt/notesSlides/notesSlide519.xml" ContentType="application/vnd.openxmlformats-officedocument.presentationml.notesSlide+xml"/>
  <Override PartName="/ppt/notesSlides/notesSlide520.xml" ContentType="application/vnd.openxmlformats-officedocument.presentationml.notesSlide+xml"/>
  <Override PartName="/ppt/notesSlides/notesSlide521.xml" ContentType="application/vnd.openxmlformats-officedocument.presentationml.notesSlide+xml"/>
  <Override PartName="/ppt/notesSlides/notesSlide522.xml" ContentType="application/vnd.openxmlformats-officedocument.presentationml.notesSlide+xml"/>
  <Override PartName="/ppt/notesSlides/notesSlide523.xml" ContentType="application/vnd.openxmlformats-officedocument.presentationml.notesSlide+xml"/>
  <Override PartName="/ppt/notesSlides/notesSlide524.xml" ContentType="application/vnd.openxmlformats-officedocument.presentationml.notesSlide+xml"/>
  <Override PartName="/ppt/notesSlides/notesSlide525.xml" ContentType="application/vnd.openxmlformats-officedocument.presentationml.notesSlide+xml"/>
  <Override PartName="/ppt/notesSlides/notesSlide526.xml" ContentType="application/vnd.openxmlformats-officedocument.presentationml.notesSlide+xml"/>
  <Override PartName="/ppt/notesSlides/notesSlide527.xml" ContentType="application/vnd.openxmlformats-officedocument.presentationml.notesSlide+xml"/>
  <Override PartName="/ppt/notesSlides/notesSlide5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  <p:sldId id="557" r:id="rId303"/>
    <p:sldId id="558" r:id="rId304"/>
    <p:sldId id="559" r:id="rId305"/>
    <p:sldId id="560" r:id="rId306"/>
    <p:sldId id="561" r:id="rId307"/>
    <p:sldId id="562" r:id="rId308"/>
    <p:sldId id="563" r:id="rId309"/>
    <p:sldId id="564" r:id="rId310"/>
    <p:sldId id="565" r:id="rId311"/>
    <p:sldId id="566" r:id="rId312"/>
    <p:sldId id="567" r:id="rId313"/>
    <p:sldId id="568" r:id="rId314"/>
    <p:sldId id="569" r:id="rId315"/>
    <p:sldId id="570" r:id="rId316"/>
    <p:sldId id="571" r:id="rId317"/>
    <p:sldId id="572" r:id="rId318"/>
    <p:sldId id="573" r:id="rId319"/>
    <p:sldId id="574" r:id="rId320"/>
    <p:sldId id="575" r:id="rId321"/>
    <p:sldId id="576" r:id="rId322"/>
    <p:sldId id="577" r:id="rId323"/>
    <p:sldId id="578" r:id="rId324"/>
    <p:sldId id="579" r:id="rId325"/>
    <p:sldId id="580" r:id="rId326"/>
    <p:sldId id="581" r:id="rId327"/>
    <p:sldId id="582" r:id="rId328"/>
    <p:sldId id="583" r:id="rId329"/>
    <p:sldId id="584" r:id="rId330"/>
    <p:sldId id="585" r:id="rId331"/>
    <p:sldId id="586" r:id="rId332"/>
    <p:sldId id="587" r:id="rId333"/>
    <p:sldId id="588" r:id="rId334"/>
    <p:sldId id="589" r:id="rId335"/>
    <p:sldId id="590" r:id="rId336"/>
    <p:sldId id="591" r:id="rId337"/>
    <p:sldId id="592" r:id="rId338"/>
    <p:sldId id="593" r:id="rId339"/>
    <p:sldId id="594" r:id="rId340"/>
    <p:sldId id="595" r:id="rId341"/>
    <p:sldId id="596" r:id="rId342"/>
    <p:sldId id="597" r:id="rId343"/>
    <p:sldId id="598" r:id="rId344"/>
    <p:sldId id="599" r:id="rId345"/>
    <p:sldId id="600" r:id="rId346"/>
    <p:sldId id="601" r:id="rId347"/>
    <p:sldId id="602" r:id="rId348"/>
    <p:sldId id="603" r:id="rId349"/>
    <p:sldId id="604" r:id="rId350"/>
    <p:sldId id="605" r:id="rId351"/>
    <p:sldId id="606" r:id="rId352"/>
    <p:sldId id="607" r:id="rId353"/>
    <p:sldId id="608" r:id="rId354"/>
    <p:sldId id="609" r:id="rId355"/>
    <p:sldId id="610" r:id="rId356"/>
    <p:sldId id="611" r:id="rId357"/>
    <p:sldId id="612" r:id="rId358"/>
    <p:sldId id="613" r:id="rId359"/>
    <p:sldId id="614" r:id="rId360"/>
    <p:sldId id="615" r:id="rId361"/>
    <p:sldId id="616" r:id="rId362"/>
    <p:sldId id="617" r:id="rId363"/>
    <p:sldId id="618" r:id="rId364"/>
    <p:sldId id="619" r:id="rId365"/>
    <p:sldId id="620" r:id="rId366"/>
    <p:sldId id="621" r:id="rId367"/>
    <p:sldId id="622" r:id="rId368"/>
    <p:sldId id="623" r:id="rId369"/>
    <p:sldId id="624" r:id="rId370"/>
    <p:sldId id="625" r:id="rId371"/>
    <p:sldId id="626" r:id="rId372"/>
    <p:sldId id="627" r:id="rId373"/>
    <p:sldId id="628" r:id="rId374"/>
    <p:sldId id="629" r:id="rId375"/>
    <p:sldId id="630" r:id="rId376"/>
    <p:sldId id="631" r:id="rId377"/>
    <p:sldId id="632" r:id="rId378"/>
    <p:sldId id="633" r:id="rId379"/>
    <p:sldId id="634" r:id="rId380"/>
    <p:sldId id="635" r:id="rId381"/>
    <p:sldId id="636" r:id="rId382"/>
    <p:sldId id="637" r:id="rId383"/>
    <p:sldId id="638" r:id="rId384"/>
    <p:sldId id="639" r:id="rId385"/>
    <p:sldId id="640" r:id="rId386"/>
    <p:sldId id="641" r:id="rId387"/>
    <p:sldId id="642" r:id="rId388"/>
    <p:sldId id="643" r:id="rId389"/>
    <p:sldId id="644" r:id="rId390"/>
    <p:sldId id="645" r:id="rId391"/>
    <p:sldId id="646" r:id="rId392"/>
    <p:sldId id="647" r:id="rId393"/>
    <p:sldId id="648" r:id="rId394"/>
    <p:sldId id="649" r:id="rId395"/>
    <p:sldId id="650" r:id="rId396"/>
    <p:sldId id="651" r:id="rId397"/>
    <p:sldId id="652" r:id="rId398"/>
    <p:sldId id="653" r:id="rId399"/>
    <p:sldId id="654" r:id="rId400"/>
    <p:sldId id="655" r:id="rId401"/>
    <p:sldId id="656" r:id="rId402"/>
    <p:sldId id="657" r:id="rId403"/>
    <p:sldId id="658" r:id="rId404"/>
    <p:sldId id="659" r:id="rId405"/>
    <p:sldId id="660" r:id="rId406"/>
    <p:sldId id="661" r:id="rId407"/>
    <p:sldId id="662" r:id="rId408"/>
    <p:sldId id="663" r:id="rId409"/>
    <p:sldId id="664" r:id="rId410"/>
    <p:sldId id="665" r:id="rId411"/>
    <p:sldId id="666" r:id="rId412"/>
    <p:sldId id="667" r:id="rId413"/>
    <p:sldId id="668" r:id="rId414"/>
    <p:sldId id="669" r:id="rId415"/>
    <p:sldId id="670" r:id="rId416"/>
    <p:sldId id="671" r:id="rId417"/>
    <p:sldId id="672" r:id="rId418"/>
    <p:sldId id="673" r:id="rId419"/>
    <p:sldId id="674" r:id="rId420"/>
    <p:sldId id="675" r:id="rId421"/>
    <p:sldId id="676" r:id="rId422"/>
    <p:sldId id="677" r:id="rId423"/>
    <p:sldId id="678" r:id="rId424"/>
    <p:sldId id="679" r:id="rId425"/>
    <p:sldId id="680" r:id="rId426"/>
    <p:sldId id="681" r:id="rId427"/>
    <p:sldId id="682" r:id="rId428"/>
    <p:sldId id="683" r:id="rId429"/>
    <p:sldId id="684" r:id="rId430"/>
    <p:sldId id="685" r:id="rId431"/>
    <p:sldId id="686" r:id="rId432"/>
    <p:sldId id="687" r:id="rId433"/>
    <p:sldId id="688" r:id="rId434"/>
    <p:sldId id="689" r:id="rId435"/>
    <p:sldId id="690" r:id="rId436"/>
    <p:sldId id="691" r:id="rId437"/>
    <p:sldId id="692" r:id="rId438"/>
    <p:sldId id="693" r:id="rId439"/>
    <p:sldId id="694" r:id="rId440"/>
    <p:sldId id="695" r:id="rId441"/>
    <p:sldId id="696" r:id="rId442"/>
    <p:sldId id="697" r:id="rId443"/>
    <p:sldId id="698" r:id="rId444"/>
    <p:sldId id="699" r:id="rId445"/>
    <p:sldId id="700" r:id="rId446"/>
    <p:sldId id="701" r:id="rId447"/>
    <p:sldId id="702" r:id="rId448"/>
    <p:sldId id="703" r:id="rId449"/>
    <p:sldId id="704" r:id="rId450"/>
    <p:sldId id="705" r:id="rId451"/>
    <p:sldId id="706" r:id="rId452"/>
    <p:sldId id="707" r:id="rId453"/>
    <p:sldId id="708" r:id="rId454"/>
    <p:sldId id="709" r:id="rId455"/>
    <p:sldId id="710" r:id="rId456"/>
    <p:sldId id="711" r:id="rId457"/>
    <p:sldId id="712" r:id="rId458"/>
    <p:sldId id="713" r:id="rId459"/>
    <p:sldId id="714" r:id="rId460"/>
    <p:sldId id="715" r:id="rId461"/>
    <p:sldId id="716" r:id="rId462"/>
    <p:sldId id="717" r:id="rId463"/>
    <p:sldId id="718" r:id="rId464"/>
    <p:sldId id="719" r:id="rId465"/>
    <p:sldId id="720" r:id="rId466"/>
    <p:sldId id="721" r:id="rId467"/>
    <p:sldId id="722" r:id="rId468"/>
    <p:sldId id="723" r:id="rId469"/>
    <p:sldId id="724" r:id="rId470"/>
    <p:sldId id="725" r:id="rId471"/>
    <p:sldId id="726" r:id="rId472"/>
    <p:sldId id="727" r:id="rId473"/>
    <p:sldId id="728" r:id="rId474"/>
    <p:sldId id="729" r:id="rId475"/>
    <p:sldId id="730" r:id="rId476"/>
    <p:sldId id="731" r:id="rId477"/>
    <p:sldId id="732" r:id="rId478"/>
    <p:sldId id="733" r:id="rId479"/>
    <p:sldId id="734" r:id="rId480"/>
    <p:sldId id="735" r:id="rId481"/>
    <p:sldId id="736" r:id="rId482"/>
    <p:sldId id="737" r:id="rId483"/>
    <p:sldId id="738" r:id="rId484"/>
    <p:sldId id="739" r:id="rId485"/>
    <p:sldId id="740" r:id="rId486"/>
    <p:sldId id="741" r:id="rId487"/>
    <p:sldId id="742" r:id="rId488"/>
    <p:sldId id="743" r:id="rId489"/>
    <p:sldId id="744" r:id="rId490"/>
    <p:sldId id="745" r:id="rId491"/>
    <p:sldId id="746" r:id="rId492"/>
    <p:sldId id="747" r:id="rId493"/>
    <p:sldId id="748" r:id="rId494"/>
    <p:sldId id="749" r:id="rId495"/>
    <p:sldId id="750" r:id="rId496"/>
    <p:sldId id="751" r:id="rId497"/>
    <p:sldId id="752" r:id="rId498"/>
    <p:sldId id="753" r:id="rId499"/>
    <p:sldId id="754" r:id="rId500"/>
    <p:sldId id="755" r:id="rId501"/>
    <p:sldId id="756" r:id="rId502"/>
    <p:sldId id="757" r:id="rId503"/>
    <p:sldId id="758" r:id="rId504"/>
    <p:sldId id="759" r:id="rId505"/>
    <p:sldId id="760" r:id="rId506"/>
    <p:sldId id="761" r:id="rId507"/>
    <p:sldId id="762" r:id="rId508"/>
    <p:sldId id="763" r:id="rId509"/>
    <p:sldId id="764" r:id="rId510"/>
    <p:sldId id="765" r:id="rId511"/>
    <p:sldId id="766" r:id="rId512"/>
    <p:sldId id="767" r:id="rId513"/>
    <p:sldId id="768" r:id="rId514"/>
    <p:sldId id="769" r:id="rId515"/>
    <p:sldId id="770" r:id="rId516"/>
    <p:sldId id="771" r:id="rId517"/>
    <p:sldId id="772" r:id="rId518"/>
    <p:sldId id="773" r:id="rId519"/>
    <p:sldId id="774" r:id="rId520"/>
    <p:sldId id="775" r:id="rId521"/>
    <p:sldId id="776" r:id="rId522"/>
    <p:sldId id="777" r:id="rId523"/>
    <p:sldId id="778" r:id="rId524"/>
    <p:sldId id="779" r:id="rId525"/>
    <p:sldId id="780" r:id="rId526"/>
    <p:sldId id="781" r:id="rId527"/>
    <p:sldId id="782" r:id="rId528"/>
    <p:sldId id="783" r:id="rId529"/>
  </p:sldIdLst>
  <p:notesMasterIdLst>
    <p:notesMasterId r:id="rId5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slide" Target="slides/slide256.xml"/><Relationship Id="rId258" Type="http://schemas.openxmlformats.org/officeDocument/2006/relationships/slide" Target="slides/slide257.xml"/><Relationship Id="rId259" Type="http://schemas.openxmlformats.org/officeDocument/2006/relationships/slide" Target="slides/slide258.xml"/><Relationship Id="rId260" Type="http://schemas.openxmlformats.org/officeDocument/2006/relationships/slide" Target="slides/slide259.xml"/><Relationship Id="rId261" Type="http://schemas.openxmlformats.org/officeDocument/2006/relationships/slide" Target="slides/slide260.xml"/><Relationship Id="rId262" Type="http://schemas.openxmlformats.org/officeDocument/2006/relationships/slide" Target="slides/slide261.xml"/><Relationship Id="rId263" Type="http://schemas.openxmlformats.org/officeDocument/2006/relationships/slide" Target="slides/slide262.xml"/><Relationship Id="rId264" Type="http://schemas.openxmlformats.org/officeDocument/2006/relationships/slide" Target="slides/slide263.xml"/><Relationship Id="rId265" Type="http://schemas.openxmlformats.org/officeDocument/2006/relationships/slide" Target="slides/slide264.xml"/><Relationship Id="rId266" Type="http://schemas.openxmlformats.org/officeDocument/2006/relationships/slide" Target="slides/slide265.xml"/><Relationship Id="rId267" Type="http://schemas.openxmlformats.org/officeDocument/2006/relationships/slide" Target="slides/slide266.xml"/><Relationship Id="rId268" Type="http://schemas.openxmlformats.org/officeDocument/2006/relationships/slide" Target="slides/slide267.xml"/><Relationship Id="rId269" Type="http://schemas.openxmlformats.org/officeDocument/2006/relationships/slide" Target="slides/slide268.xml"/><Relationship Id="rId270" Type="http://schemas.openxmlformats.org/officeDocument/2006/relationships/slide" Target="slides/slide269.xml"/><Relationship Id="rId271" Type="http://schemas.openxmlformats.org/officeDocument/2006/relationships/slide" Target="slides/slide270.xml"/><Relationship Id="rId272" Type="http://schemas.openxmlformats.org/officeDocument/2006/relationships/slide" Target="slides/slide271.xml"/><Relationship Id="rId273" Type="http://schemas.openxmlformats.org/officeDocument/2006/relationships/slide" Target="slides/slide272.xml"/><Relationship Id="rId274" Type="http://schemas.openxmlformats.org/officeDocument/2006/relationships/slide" Target="slides/slide273.xml"/><Relationship Id="rId275" Type="http://schemas.openxmlformats.org/officeDocument/2006/relationships/slide" Target="slides/slide274.xml"/><Relationship Id="rId276" Type="http://schemas.openxmlformats.org/officeDocument/2006/relationships/slide" Target="slides/slide275.xml"/><Relationship Id="rId277" Type="http://schemas.openxmlformats.org/officeDocument/2006/relationships/slide" Target="slides/slide276.xml"/><Relationship Id="rId278" Type="http://schemas.openxmlformats.org/officeDocument/2006/relationships/slide" Target="slides/slide277.xml"/><Relationship Id="rId279" Type="http://schemas.openxmlformats.org/officeDocument/2006/relationships/slide" Target="slides/slide278.xml"/><Relationship Id="rId280" Type="http://schemas.openxmlformats.org/officeDocument/2006/relationships/slide" Target="slides/slide279.xml"/><Relationship Id="rId281" Type="http://schemas.openxmlformats.org/officeDocument/2006/relationships/slide" Target="slides/slide280.xml"/><Relationship Id="rId282" Type="http://schemas.openxmlformats.org/officeDocument/2006/relationships/slide" Target="slides/slide281.xml"/><Relationship Id="rId283" Type="http://schemas.openxmlformats.org/officeDocument/2006/relationships/slide" Target="slides/slide282.xml"/><Relationship Id="rId284" Type="http://schemas.openxmlformats.org/officeDocument/2006/relationships/slide" Target="slides/slide283.xml"/><Relationship Id="rId285" Type="http://schemas.openxmlformats.org/officeDocument/2006/relationships/slide" Target="slides/slide284.xml"/><Relationship Id="rId286" Type="http://schemas.openxmlformats.org/officeDocument/2006/relationships/slide" Target="slides/slide285.xml"/><Relationship Id="rId287" Type="http://schemas.openxmlformats.org/officeDocument/2006/relationships/slide" Target="slides/slide286.xml"/><Relationship Id="rId288" Type="http://schemas.openxmlformats.org/officeDocument/2006/relationships/slide" Target="slides/slide287.xml"/><Relationship Id="rId289" Type="http://schemas.openxmlformats.org/officeDocument/2006/relationships/slide" Target="slides/slide288.xml"/><Relationship Id="rId290" Type="http://schemas.openxmlformats.org/officeDocument/2006/relationships/slide" Target="slides/slide289.xml"/><Relationship Id="rId291" Type="http://schemas.openxmlformats.org/officeDocument/2006/relationships/slide" Target="slides/slide290.xml"/><Relationship Id="rId292" Type="http://schemas.openxmlformats.org/officeDocument/2006/relationships/slide" Target="slides/slide291.xml"/><Relationship Id="rId293" Type="http://schemas.openxmlformats.org/officeDocument/2006/relationships/slide" Target="slides/slide292.xml"/><Relationship Id="rId294" Type="http://schemas.openxmlformats.org/officeDocument/2006/relationships/slide" Target="slides/slide293.xml"/><Relationship Id="rId295" Type="http://schemas.openxmlformats.org/officeDocument/2006/relationships/slide" Target="slides/slide294.xml"/><Relationship Id="rId296" Type="http://schemas.openxmlformats.org/officeDocument/2006/relationships/slide" Target="slides/slide295.xml"/><Relationship Id="rId297" Type="http://schemas.openxmlformats.org/officeDocument/2006/relationships/slide" Target="slides/slide296.xml"/><Relationship Id="rId298" Type="http://schemas.openxmlformats.org/officeDocument/2006/relationships/slide" Target="slides/slide297.xml"/><Relationship Id="rId299" Type="http://schemas.openxmlformats.org/officeDocument/2006/relationships/slide" Target="slides/slide298.xml"/><Relationship Id="rId300" Type="http://schemas.openxmlformats.org/officeDocument/2006/relationships/slide" Target="slides/slide299.xml"/><Relationship Id="rId301" Type="http://schemas.openxmlformats.org/officeDocument/2006/relationships/slide" Target="slides/slide300.xml"/><Relationship Id="rId302" Type="http://schemas.openxmlformats.org/officeDocument/2006/relationships/slide" Target="slides/slide301.xml"/><Relationship Id="rId303" Type="http://schemas.openxmlformats.org/officeDocument/2006/relationships/slide" Target="slides/slide302.xml"/><Relationship Id="rId304" Type="http://schemas.openxmlformats.org/officeDocument/2006/relationships/slide" Target="slides/slide303.xml"/><Relationship Id="rId305" Type="http://schemas.openxmlformats.org/officeDocument/2006/relationships/slide" Target="slides/slide304.xml"/><Relationship Id="rId306" Type="http://schemas.openxmlformats.org/officeDocument/2006/relationships/slide" Target="slides/slide305.xml"/><Relationship Id="rId307" Type="http://schemas.openxmlformats.org/officeDocument/2006/relationships/slide" Target="slides/slide306.xml"/><Relationship Id="rId308" Type="http://schemas.openxmlformats.org/officeDocument/2006/relationships/slide" Target="slides/slide307.xml"/><Relationship Id="rId309" Type="http://schemas.openxmlformats.org/officeDocument/2006/relationships/slide" Target="slides/slide308.xml"/><Relationship Id="rId310" Type="http://schemas.openxmlformats.org/officeDocument/2006/relationships/slide" Target="slides/slide309.xml"/><Relationship Id="rId311" Type="http://schemas.openxmlformats.org/officeDocument/2006/relationships/slide" Target="slides/slide310.xml"/><Relationship Id="rId312" Type="http://schemas.openxmlformats.org/officeDocument/2006/relationships/slide" Target="slides/slide311.xml"/><Relationship Id="rId313" Type="http://schemas.openxmlformats.org/officeDocument/2006/relationships/slide" Target="slides/slide312.xml"/><Relationship Id="rId314" Type="http://schemas.openxmlformats.org/officeDocument/2006/relationships/slide" Target="slides/slide313.xml"/><Relationship Id="rId315" Type="http://schemas.openxmlformats.org/officeDocument/2006/relationships/slide" Target="slides/slide314.xml"/><Relationship Id="rId316" Type="http://schemas.openxmlformats.org/officeDocument/2006/relationships/slide" Target="slides/slide315.xml"/><Relationship Id="rId317" Type="http://schemas.openxmlformats.org/officeDocument/2006/relationships/slide" Target="slides/slide316.xml"/><Relationship Id="rId318" Type="http://schemas.openxmlformats.org/officeDocument/2006/relationships/slide" Target="slides/slide317.xml"/><Relationship Id="rId319" Type="http://schemas.openxmlformats.org/officeDocument/2006/relationships/slide" Target="slides/slide318.xml"/><Relationship Id="rId320" Type="http://schemas.openxmlformats.org/officeDocument/2006/relationships/slide" Target="slides/slide319.xml"/><Relationship Id="rId321" Type="http://schemas.openxmlformats.org/officeDocument/2006/relationships/slide" Target="slides/slide320.xml"/><Relationship Id="rId322" Type="http://schemas.openxmlformats.org/officeDocument/2006/relationships/slide" Target="slides/slide321.xml"/><Relationship Id="rId323" Type="http://schemas.openxmlformats.org/officeDocument/2006/relationships/slide" Target="slides/slide322.xml"/><Relationship Id="rId324" Type="http://schemas.openxmlformats.org/officeDocument/2006/relationships/slide" Target="slides/slide323.xml"/><Relationship Id="rId325" Type="http://schemas.openxmlformats.org/officeDocument/2006/relationships/slide" Target="slides/slide324.xml"/><Relationship Id="rId326" Type="http://schemas.openxmlformats.org/officeDocument/2006/relationships/slide" Target="slides/slide325.xml"/><Relationship Id="rId327" Type="http://schemas.openxmlformats.org/officeDocument/2006/relationships/slide" Target="slides/slide326.xml"/><Relationship Id="rId328" Type="http://schemas.openxmlformats.org/officeDocument/2006/relationships/slide" Target="slides/slide327.xml"/><Relationship Id="rId329" Type="http://schemas.openxmlformats.org/officeDocument/2006/relationships/slide" Target="slides/slide328.xml"/><Relationship Id="rId330" Type="http://schemas.openxmlformats.org/officeDocument/2006/relationships/slide" Target="slides/slide329.xml"/><Relationship Id="rId331" Type="http://schemas.openxmlformats.org/officeDocument/2006/relationships/slide" Target="slides/slide330.xml"/><Relationship Id="rId332" Type="http://schemas.openxmlformats.org/officeDocument/2006/relationships/slide" Target="slides/slide331.xml"/><Relationship Id="rId333" Type="http://schemas.openxmlformats.org/officeDocument/2006/relationships/slide" Target="slides/slide332.xml"/><Relationship Id="rId334" Type="http://schemas.openxmlformats.org/officeDocument/2006/relationships/slide" Target="slides/slide333.xml"/><Relationship Id="rId335" Type="http://schemas.openxmlformats.org/officeDocument/2006/relationships/slide" Target="slides/slide334.xml"/><Relationship Id="rId336" Type="http://schemas.openxmlformats.org/officeDocument/2006/relationships/slide" Target="slides/slide335.xml"/><Relationship Id="rId337" Type="http://schemas.openxmlformats.org/officeDocument/2006/relationships/slide" Target="slides/slide336.xml"/><Relationship Id="rId338" Type="http://schemas.openxmlformats.org/officeDocument/2006/relationships/slide" Target="slides/slide337.xml"/><Relationship Id="rId339" Type="http://schemas.openxmlformats.org/officeDocument/2006/relationships/slide" Target="slides/slide338.xml"/><Relationship Id="rId340" Type="http://schemas.openxmlformats.org/officeDocument/2006/relationships/slide" Target="slides/slide339.xml"/><Relationship Id="rId341" Type="http://schemas.openxmlformats.org/officeDocument/2006/relationships/slide" Target="slides/slide340.xml"/><Relationship Id="rId342" Type="http://schemas.openxmlformats.org/officeDocument/2006/relationships/slide" Target="slides/slide341.xml"/><Relationship Id="rId343" Type="http://schemas.openxmlformats.org/officeDocument/2006/relationships/slide" Target="slides/slide342.xml"/><Relationship Id="rId344" Type="http://schemas.openxmlformats.org/officeDocument/2006/relationships/slide" Target="slides/slide343.xml"/><Relationship Id="rId345" Type="http://schemas.openxmlformats.org/officeDocument/2006/relationships/slide" Target="slides/slide344.xml"/><Relationship Id="rId346" Type="http://schemas.openxmlformats.org/officeDocument/2006/relationships/slide" Target="slides/slide345.xml"/><Relationship Id="rId347" Type="http://schemas.openxmlformats.org/officeDocument/2006/relationships/slide" Target="slides/slide346.xml"/><Relationship Id="rId348" Type="http://schemas.openxmlformats.org/officeDocument/2006/relationships/slide" Target="slides/slide347.xml"/><Relationship Id="rId349" Type="http://schemas.openxmlformats.org/officeDocument/2006/relationships/slide" Target="slides/slide348.xml"/><Relationship Id="rId350" Type="http://schemas.openxmlformats.org/officeDocument/2006/relationships/slide" Target="slides/slide349.xml"/><Relationship Id="rId351" Type="http://schemas.openxmlformats.org/officeDocument/2006/relationships/slide" Target="slides/slide350.xml"/><Relationship Id="rId352" Type="http://schemas.openxmlformats.org/officeDocument/2006/relationships/slide" Target="slides/slide351.xml"/><Relationship Id="rId353" Type="http://schemas.openxmlformats.org/officeDocument/2006/relationships/slide" Target="slides/slide352.xml"/><Relationship Id="rId354" Type="http://schemas.openxmlformats.org/officeDocument/2006/relationships/slide" Target="slides/slide353.xml"/><Relationship Id="rId355" Type="http://schemas.openxmlformats.org/officeDocument/2006/relationships/slide" Target="slides/slide354.xml"/><Relationship Id="rId356" Type="http://schemas.openxmlformats.org/officeDocument/2006/relationships/slide" Target="slides/slide355.xml"/><Relationship Id="rId357" Type="http://schemas.openxmlformats.org/officeDocument/2006/relationships/slide" Target="slides/slide356.xml"/><Relationship Id="rId358" Type="http://schemas.openxmlformats.org/officeDocument/2006/relationships/slide" Target="slides/slide357.xml"/><Relationship Id="rId359" Type="http://schemas.openxmlformats.org/officeDocument/2006/relationships/slide" Target="slides/slide358.xml"/><Relationship Id="rId360" Type="http://schemas.openxmlformats.org/officeDocument/2006/relationships/slide" Target="slides/slide359.xml"/><Relationship Id="rId361" Type="http://schemas.openxmlformats.org/officeDocument/2006/relationships/slide" Target="slides/slide360.xml"/><Relationship Id="rId362" Type="http://schemas.openxmlformats.org/officeDocument/2006/relationships/slide" Target="slides/slide361.xml"/><Relationship Id="rId363" Type="http://schemas.openxmlformats.org/officeDocument/2006/relationships/slide" Target="slides/slide362.xml"/><Relationship Id="rId364" Type="http://schemas.openxmlformats.org/officeDocument/2006/relationships/slide" Target="slides/slide363.xml"/><Relationship Id="rId365" Type="http://schemas.openxmlformats.org/officeDocument/2006/relationships/slide" Target="slides/slide364.xml"/><Relationship Id="rId366" Type="http://schemas.openxmlformats.org/officeDocument/2006/relationships/slide" Target="slides/slide365.xml"/><Relationship Id="rId367" Type="http://schemas.openxmlformats.org/officeDocument/2006/relationships/slide" Target="slides/slide366.xml"/><Relationship Id="rId368" Type="http://schemas.openxmlformats.org/officeDocument/2006/relationships/slide" Target="slides/slide367.xml"/><Relationship Id="rId369" Type="http://schemas.openxmlformats.org/officeDocument/2006/relationships/slide" Target="slides/slide368.xml"/><Relationship Id="rId370" Type="http://schemas.openxmlformats.org/officeDocument/2006/relationships/slide" Target="slides/slide369.xml"/><Relationship Id="rId371" Type="http://schemas.openxmlformats.org/officeDocument/2006/relationships/slide" Target="slides/slide370.xml"/><Relationship Id="rId372" Type="http://schemas.openxmlformats.org/officeDocument/2006/relationships/slide" Target="slides/slide371.xml"/><Relationship Id="rId373" Type="http://schemas.openxmlformats.org/officeDocument/2006/relationships/slide" Target="slides/slide372.xml"/><Relationship Id="rId374" Type="http://schemas.openxmlformats.org/officeDocument/2006/relationships/slide" Target="slides/slide373.xml"/><Relationship Id="rId375" Type="http://schemas.openxmlformats.org/officeDocument/2006/relationships/slide" Target="slides/slide374.xml"/><Relationship Id="rId376" Type="http://schemas.openxmlformats.org/officeDocument/2006/relationships/slide" Target="slides/slide375.xml"/><Relationship Id="rId377" Type="http://schemas.openxmlformats.org/officeDocument/2006/relationships/slide" Target="slides/slide376.xml"/><Relationship Id="rId378" Type="http://schemas.openxmlformats.org/officeDocument/2006/relationships/slide" Target="slides/slide377.xml"/><Relationship Id="rId379" Type="http://schemas.openxmlformats.org/officeDocument/2006/relationships/slide" Target="slides/slide378.xml"/><Relationship Id="rId380" Type="http://schemas.openxmlformats.org/officeDocument/2006/relationships/slide" Target="slides/slide379.xml"/><Relationship Id="rId381" Type="http://schemas.openxmlformats.org/officeDocument/2006/relationships/slide" Target="slides/slide380.xml"/><Relationship Id="rId382" Type="http://schemas.openxmlformats.org/officeDocument/2006/relationships/slide" Target="slides/slide381.xml"/><Relationship Id="rId383" Type="http://schemas.openxmlformats.org/officeDocument/2006/relationships/slide" Target="slides/slide382.xml"/><Relationship Id="rId384" Type="http://schemas.openxmlformats.org/officeDocument/2006/relationships/slide" Target="slides/slide383.xml"/><Relationship Id="rId385" Type="http://schemas.openxmlformats.org/officeDocument/2006/relationships/slide" Target="slides/slide384.xml"/><Relationship Id="rId386" Type="http://schemas.openxmlformats.org/officeDocument/2006/relationships/slide" Target="slides/slide385.xml"/><Relationship Id="rId387" Type="http://schemas.openxmlformats.org/officeDocument/2006/relationships/slide" Target="slides/slide386.xml"/><Relationship Id="rId388" Type="http://schemas.openxmlformats.org/officeDocument/2006/relationships/slide" Target="slides/slide387.xml"/><Relationship Id="rId389" Type="http://schemas.openxmlformats.org/officeDocument/2006/relationships/slide" Target="slides/slide388.xml"/><Relationship Id="rId390" Type="http://schemas.openxmlformats.org/officeDocument/2006/relationships/slide" Target="slides/slide389.xml"/><Relationship Id="rId391" Type="http://schemas.openxmlformats.org/officeDocument/2006/relationships/slide" Target="slides/slide390.xml"/><Relationship Id="rId392" Type="http://schemas.openxmlformats.org/officeDocument/2006/relationships/slide" Target="slides/slide391.xml"/><Relationship Id="rId393" Type="http://schemas.openxmlformats.org/officeDocument/2006/relationships/slide" Target="slides/slide392.xml"/><Relationship Id="rId394" Type="http://schemas.openxmlformats.org/officeDocument/2006/relationships/slide" Target="slides/slide393.xml"/><Relationship Id="rId395" Type="http://schemas.openxmlformats.org/officeDocument/2006/relationships/slide" Target="slides/slide394.xml"/><Relationship Id="rId396" Type="http://schemas.openxmlformats.org/officeDocument/2006/relationships/slide" Target="slides/slide395.xml"/><Relationship Id="rId397" Type="http://schemas.openxmlformats.org/officeDocument/2006/relationships/slide" Target="slides/slide396.xml"/><Relationship Id="rId398" Type="http://schemas.openxmlformats.org/officeDocument/2006/relationships/slide" Target="slides/slide397.xml"/><Relationship Id="rId399" Type="http://schemas.openxmlformats.org/officeDocument/2006/relationships/slide" Target="slides/slide398.xml"/><Relationship Id="rId400" Type="http://schemas.openxmlformats.org/officeDocument/2006/relationships/slide" Target="slides/slide399.xml"/><Relationship Id="rId401" Type="http://schemas.openxmlformats.org/officeDocument/2006/relationships/slide" Target="slides/slide400.xml"/><Relationship Id="rId402" Type="http://schemas.openxmlformats.org/officeDocument/2006/relationships/slide" Target="slides/slide401.xml"/><Relationship Id="rId403" Type="http://schemas.openxmlformats.org/officeDocument/2006/relationships/slide" Target="slides/slide402.xml"/><Relationship Id="rId404" Type="http://schemas.openxmlformats.org/officeDocument/2006/relationships/slide" Target="slides/slide403.xml"/><Relationship Id="rId405" Type="http://schemas.openxmlformats.org/officeDocument/2006/relationships/slide" Target="slides/slide404.xml"/><Relationship Id="rId406" Type="http://schemas.openxmlformats.org/officeDocument/2006/relationships/slide" Target="slides/slide405.xml"/><Relationship Id="rId407" Type="http://schemas.openxmlformats.org/officeDocument/2006/relationships/slide" Target="slides/slide406.xml"/><Relationship Id="rId408" Type="http://schemas.openxmlformats.org/officeDocument/2006/relationships/slide" Target="slides/slide407.xml"/><Relationship Id="rId409" Type="http://schemas.openxmlformats.org/officeDocument/2006/relationships/slide" Target="slides/slide408.xml"/><Relationship Id="rId410" Type="http://schemas.openxmlformats.org/officeDocument/2006/relationships/slide" Target="slides/slide409.xml"/><Relationship Id="rId411" Type="http://schemas.openxmlformats.org/officeDocument/2006/relationships/slide" Target="slides/slide410.xml"/><Relationship Id="rId412" Type="http://schemas.openxmlformats.org/officeDocument/2006/relationships/slide" Target="slides/slide411.xml"/><Relationship Id="rId413" Type="http://schemas.openxmlformats.org/officeDocument/2006/relationships/slide" Target="slides/slide412.xml"/><Relationship Id="rId414" Type="http://schemas.openxmlformats.org/officeDocument/2006/relationships/slide" Target="slides/slide413.xml"/><Relationship Id="rId415" Type="http://schemas.openxmlformats.org/officeDocument/2006/relationships/slide" Target="slides/slide414.xml"/><Relationship Id="rId416" Type="http://schemas.openxmlformats.org/officeDocument/2006/relationships/slide" Target="slides/slide415.xml"/><Relationship Id="rId417" Type="http://schemas.openxmlformats.org/officeDocument/2006/relationships/slide" Target="slides/slide416.xml"/><Relationship Id="rId418" Type="http://schemas.openxmlformats.org/officeDocument/2006/relationships/slide" Target="slides/slide417.xml"/><Relationship Id="rId419" Type="http://schemas.openxmlformats.org/officeDocument/2006/relationships/slide" Target="slides/slide418.xml"/><Relationship Id="rId420" Type="http://schemas.openxmlformats.org/officeDocument/2006/relationships/slide" Target="slides/slide419.xml"/><Relationship Id="rId421" Type="http://schemas.openxmlformats.org/officeDocument/2006/relationships/slide" Target="slides/slide420.xml"/><Relationship Id="rId422" Type="http://schemas.openxmlformats.org/officeDocument/2006/relationships/slide" Target="slides/slide421.xml"/><Relationship Id="rId423" Type="http://schemas.openxmlformats.org/officeDocument/2006/relationships/slide" Target="slides/slide422.xml"/><Relationship Id="rId424" Type="http://schemas.openxmlformats.org/officeDocument/2006/relationships/slide" Target="slides/slide423.xml"/><Relationship Id="rId425" Type="http://schemas.openxmlformats.org/officeDocument/2006/relationships/slide" Target="slides/slide424.xml"/><Relationship Id="rId426" Type="http://schemas.openxmlformats.org/officeDocument/2006/relationships/slide" Target="slides/slide425.xml"/><Relationship Id="rId427" Type="http://schemas.openxmlformats.org/officeDocument/2006/relationships/slide" Target="slides/slide426.xml"/><Relationship Id="rId428" Type="http://schemas.openxmlformats.org/officeDocument/2006/relationships/slide" Target="slides/slide427.xml"/><Relationship Id="rId429" Type="http://schemas.openxmlformats.org/officeDocument/2006/relationships/slide" Target="slides/slide428.xml"/><Relationship Id="rId430" Type="http://schemas.openxmlformats.org/officeDocument/2006/relationships/slide" Target="slides/slide429.xml"/><Relationship Id="rId431" Type="http://schemas.openxmlformats.org/officeDocument/2006/relationships/slide" Target="slides/slide430.xml"/><Relationship Id="rId432" Type="http://schemas.openxmlformats.org/officeDocument/2006/relationships/slide" Target="slides/slide431.xml"/><Relationship Id="rId433" Type="http://schemas.openxmlformats.org/officeDocument/2006/relationships/slide" Target="slides/slide432.xml"/><Relationship Id="rId434" Type="http://schemas.openxmlformats.org/officeDocument/2006/relationships/slide" Target="slides/slide433.xml"/><Relationship Id="rId435" Type="http://schemas.openxmlformats.org/officeDocument/2006/relationships/slide" Target="slides/slide434.xml"/><Relationship Id="rId436" Type="http://schemas.openxmlformats.org/officeDocument/2006/relationships/slide" Target="slides/slide435.xml"/><Relationship Id="rId437" Type="http://schemas.openxmlformats.org/officeDocument/2006/relationships/slide" Target="slides/slide436.xml"/><Relationship Id="rId438" Type="http://schemas.openxmlformats.org/officeDocument/2006/relationships/slide" Target="slides/slide437.xml"/><Relationship Id="rId439" Type="http://schemas.openxmlformats.org/officeDocument/2006/relationships/slide" Target="slides/slide438.xml"/><Relationship Id="rId440" Type="http://schemas.openxmlformats.org/officeDocument/2006/relationships/slide" Target="slides/slide439.xml"/><Relationship Id="rId441" Type="http://schemas.openxmlformats.org/officeDocument/2006/relationships/slide" Target="slides/slide440.xml"/><Relationship Id="rId442" Type="http://schemas.openxmlformats.org/officeDocument/2006/relationships/slide" Target="slides/slide441.xml"/><Relationship Id="rId443" Type="http://schemas.openxmlformats.org/officeDocument/2006/relationships/slide" Target="slides/slide442.xml"/><Relationship Id="rId444" Type="http://schemas.openxmlformats.org/officeDocument/2006/relationships/slide" Target="slides/slide443.xml"/><Relationship Id="rId445" Type="http://schemas.openxmlformats.org/officeDocument/2006/relationships/slide" Target="slides/slide444.xml"/><Relationship Id="rId446" Type="http://schemas.openxmlformats.org/officeDocument/2006/relationships/slide" Target="slides/slide445.xml"/><Relationship Id="rId447" Type="http://schemas.openxmlformats.org/officeDocument/2006/relationships/slide" Target="slides/slide446.xml"/><Relationship Id="rId448" Type="http://schemas.openxmlformats.org/officeDocument/2006/relationships/slide" Target="slides/slide447.xml"/><Relationship Id="rId449" Type="http://schemas.openxmlformats.org/officeDocument/2006/relationships/slide" Target="slides/slide448.xml"/><Relationship Id="rId450" Type="http://schemas.openxmlformats.org/officeDocument/2006/relationships/slide" Target="slides/slide449.xml"/><Relationship Id="rId451" Type="http://schemas.openxmlformats.org/officeDocument/2006/relationships/slide" Target="slides/slide450.xml"/><Relationship Id="rId452" Type="http://schemas.openxmlformats.org/officeDocument/2006/relationships/slide" Target="slides/slide451.xml"/><Relationship Id="rId453" Type="http://schemas.openxmlformats.org/officeDocument/2006/relationships/slide" Target="slides/slide452.xml"/><Relationship Id="rId454" Type="http://schemas.openxmlformats.org/officeDocument/2006/relationships/slide" Target="slides/slide453.xml"/><Relationship Id="rId455" Type="http://schemas.openxmlformats.org/officeDocument/2006/relationships/slide" Target="slides/slide454.xml"/><Relationship Id="rId456" Type="http://schemas.openxmlformats.org/officeDocument/2006/relationships/slide" Target="slides/slide455.xml"/><Relationship Id="rId457" Type="http://schemas.openxmlformats.org/officeDocument/2006/relationships/slide" Target="slides/slide456.xml"/><Relationship Id="rId458" Type="http://schemas.openxmlformats.org/officeDocument/2006/relationships/slide" Target="slides/slide457.xml"/><Relationship Id="rId459" Type="http://schemas.openxmlformats.org/officeDocument/2006/relationships/slide" Target="slides/slide458.xml"/><Relationship Id="rId460" Type="http://schemas.openxmlformats.org/officeDocument/2006/relationships/slide" Target="slides/slide459.xml"/><Relationship Id="rId461" Type="http://schemas.openxmlformats.org/officeDocument/2006/relationships/slide" Target="slides/slide460.xml"/><Relationship Id="rId462" Type="http://schemas.openxmlformats.org/officeDocument/2006/relationships/slide" Target="slides/slide461.xml"/><Relationship Id="rId463" Type="http://schemas.openxmlformats.org/officeDocument/2006/relationships/slide" Target="slides/slide462.xml"/><Relationship Id="rId464" Type="http://schemas.openxmlformats.org/officeDocument/2006/relationships/slide" Target="slides/slide463.xml"/><Relationship Id="rId465" Type="http://schemas.openxmlformats.org/officeDocument/2006/relationships/slide" Target="slides/slide464.xml"/><Relationship Id="rId466" Type="http://schemas.openxmlformats.org/officeDocument/2006/relationships/slide" Target="slides/slide465.xml"/><Relationship Id="rId467" Type="http://schemas.openxmlformats.org/officeDocument/2006/relationships/slide" Target="slides/slide466.xml"/><Relationship Id="rId468" Type="http://schemas.openxmlformats.org/officeDocument/2006/relationships/slide" Target="slides/slide467.xml"/><Relationship Id="rId469" Type="http://schemas.openxmlformats.org/officeDocument/2006/relationships/slide" Target="slides/slide468.xml"/><Relationship Id="rId470" Type="http://schemas.openxmlformats.org/officeDocument/2006/relationships/slide" Target="slides/slide469.xml"/><Relationship Id="rId471" Type="http://schemas.openxmlformats.org/officeDocument/2006/relationships/slide" Target="slides/slide470.xml"/><Relationship Id="rId472" Type="http://schemas.openxmlformats.org/officeDocument/2006/relationships/slide" Target="slides/slide471.xml"/><Relationship Id="rId473" Type="http://schemas.openxmlformats.org/officeDocument/2006/relationships/slide" Target="slides/slide472.xml"/><Relationship Id="rId474" Type="http://schemas.openxmlformats.org/officeDocument/2006/relationships/slide" Target="slides/slide473.xml"/><Relationship Id="rId475" Type="http://schemas.openxmlformats.org/officeDocument/2006/relationships/slide" Target="slides/slide474.xml"/><Relationship Id="rId476" Type="http://schemas.openxmlformats.org/officeDocument/2006/relationships/slide" Target="slides/slide475.xml"/><Relationship Id="rId477" Type="http://schemas.openxmlformats.org/officeDocument/2006/relationships/slide" Target="slides/slide476.xml"/><Relationship Id="rId478" Type="http://schemas.openxmlformats.org/officeDocument/2006/relationships/slide" Target="slides/slide477.xml"/><Relationship Id="rId479" Type="http://schemas.openxmlformats.org/officeDocument/2006/relationships/slide" Target="slides/slide478.xml"/><Relationship Id="rId480" Type="http://schemas.openxmlformats.org/officeDocument/2006/relationships/slide" Target="slides/slide479.xml"/><Relationship Id="rId481" Type="http://schemas.openxmlformats.org/officeDocument/2006/relationships/slide" Target="slides/slide480.xml"/><Relationship Id="rId482" Type="http://schemas.openxmlformats.org/officeDocument/2006/relationships/slide" Target="slides/slide481.xml"/><Relationship Id="rId483" Type="http://schemas.openxmlformats.org/officeDocument/2006/relationships/slide" Target="slides/slide482.xml"/><Relationship Id="rId484" Type="http://schemas.openxmlformats.org/officeDocument/2006/relationships/slide" Target="slides/slide483.xml"/><Relationship Id="rId485" Type="http://schemas.openxmlformats.org/officeDocument/2006/relationships/slide" Target="slides/slide484.xml"/><Relationship Id="rId486" Type="http://schemas.openxmlformats.org/officeDocument/2006/relationships/slide" Target="slides/slide485.xml"/><Relationship Id="rId487" Type="http://schemas.openxmlformats.org/officeDocument/2006/relationships/slide" Target="slides/slide486.xml"/><Relationship Id="rId488" Type="http://schemas.openxmlformats.org/officeDocument/2006/relationships/slide" Target="slides/slide487.xml"/><Relationship Id="rId489" Type="http://schemas.openxmlformats.org/officeDocument/2006/relationships/slide" Target="slides/slide488.xml"/><Relationship Id="rId490" Type="http://schemas.openxmlformats.org/officeDocument/2006/relationships/slide" Target="slides/slide489.xml"/><Relationship Id="rId491" Type="http://schemas.openxmlformats.org/officeDocument/2006/relationships/slide" Target="slides/slide490.xml"/><Relationship Id="rId492" Type="http://schemas.openxmlformats.org/officeDocument/2006/relationships/slide" Target="slides/slide491.xml"/><Relationship Id="rId493" Type="http://schemas.openxmlformats.org/officeDocument/2006/relationships/slide" Target="slides/slide492.xml"/><Relationship Id="rId494" Type="http://schemas.openxmlformats.org/officeDocument/2006/relationships/slide" Target="slides/slide493.xml"/><Relationship Id="rId495" Type="http://schemas.openxmlformats.org/officeDocument/2006/relationships/slide" Target="slides/slide494.xml"/><Relationship Id="rId496" Type="http://schemas.openxmlformats.org/officeDocument/2006/relationships/slide" Target="slides/slide495.xml"/><Relationship Id="rId497" Type="http://schemas.openxmlformats.org/officeDocument/2006/relationships/slide" Target="slides/slide496.xml"/><Relationship Id="rId498" Type="http://schemas.openxmlformats.org/officeDocument/2006/relationships/slide" Target="slides/slide497.xml"/><Relationship Id="rId499" Type="http://schemas.openxmlformats.org/officeDocument/2006/relationships/slide" Target="slides/slide498.xml"/><Relationship Id="rId500" Type="http://schemas.openxmlformats.org/officeDocument/2006/relationships/slide" Target="slides/slide499.xml"/><Relationship Id="rId501" Type="http://schemas.openxmlformats.org/officeDocument/2006/relationships/slide" Target="slides/slide500.xml"/><Relationship Id="rId502" Type="http://schemas.openxmlformats.org/officeDocument/2006/relationships/slide" Target="slides/slide501.xml"/><Relationship Id="rId503" Type="http://schemas.openxmlformats.org/officeDocument/2006/relationships/slide" Target="slides/slide502.xml"/><Relationship Id="rId504" Type="http://schemas.openxmlformats.org/officeDocument/2006/relationships/slide" Target="slides/slide503.xml"/><Relationship Id="rId505" Type="http://schemas.openxmlformats.org/officeDocument/2006/relationships/slide" Target="slides/slide504.xml"/><Relationship Id="rId506" Type="http://schemas.openxmlformats.org/officeDocument/2006/relationships/slide" Target="slides/slide505.xml"/><Relationship Id="rId507" Type="http://schemas.openxmlformats.org/officeDocument/2006/relationships/slide" Target="slides/slide506.xml"/><Relationship Id="rId508" Type="http://schemas.openxmlformats.org/officeDocument/2006/relationships/slide" Target="slides/slide507.xml"/><Relationship Id="rId509" Type="http://schemas.openxmlformats.org/officeDocument/2006/relationships/slide" Target="slides/slide508.xml"/><Relationship Id="rId510" Type="http://schemas.openxmlformats.org/officeDocument/2006/relationships/slide" Target="slides/slide509.xml"/><Relationship Id="rId511" Type="http://schemas.openxmlformats.org/officeDocument/2006/relationships/slide" Target="slides/slide510.xml"/><Relationship Id="rId512" Type="http://schemas.openxmlformats.org/officeDocument/2006/relationships/slide" Target="slides/slide511.xml"/><Relationship Id="rId513" Type="http://schemas.openxmlformats.org/officeDocument/2006/relationships/slide" Target="slides/slide512.xml"/><Relationship Id="rId514" Type="http://schemas.openxmlformats.org/officeDocument/2006/relationships/slide" Target="slides/slide513.xml"/><Relationship Id="rId515" Type="http://schemas.openxmlformats.org/officeDocument/2006/relationships/slide" Target="slides/slide514.xml"/><Relationship Id="rId516" Type="http://schemas.openxmlformats.org/officeDocument/2006/relationships/slide" Target="slides/slide515.xml"/><Relationship Id="rId517" Type="http://schemas.openxmlformats.org/officeDocument/2006/relationships/slide" Target="slides/slide516.xml"/><Relationship Id="rId518" Type="http://schemas.openxmlformats.org/officeDocument/2006/relationships/slide" Target="slides/slide517.xml"/><Relationship Id="rId519" Type="http://schemas.openxmlformats.org/officeDocument/2006/relationships/slide" Target="slides/slide518.xml"/><Relationship Id="rId520" Type="http://schemas.openxmlformats.org/officeDocument/2006/relationships/slide" Target="slides/slide519.xml"/><Relationship Id="rId521" Type="http://schemas.openxmlformats.org/officeDocument/2006/relationships/slide" Target="slides/slide520.xml"/><Relationship Id="rId522" Type="http://schemas.openxmlformats.org/officeDocument/2006/relationships/slide" Target="slides/slide521.xml"/><Relationship Id="rId523" Type="http://schemas.openxmlformats.org/officeDocument/2006/relationships/slide" Target="slides/slide522.xml"/><Relationship Id="rId524" Type="http://schemas.openxmlformats.org/officeDocument/2006/relationships/slide" Target="slides/slide523.xml"/><Relationship Id="rId525" Type="http://schemas.openxmlformats.org/officeDocument/2006/relationships/slide" Target="slides/slide524.xml"/><Relationship Id="rId526" Type="http://schemas.openxmlformats.org/officeDocument/2006/relationships/slide" Target="slides/slide525.xml"/><Relationship Id="rId527" Type="http://schemas.openxmlformats.org/officeDocument/2006/relationships/slide" Target="slides/slide526.xml"/><Relationship Id="rId528" Type="http://schemas.openxmlformats.org/officeDocument/2006/relationships/slide" Target="slides/slide527.xml"/><Relationship Id="rId529" Type="http://schemas.openxmlformats.org/officeDocument/2006/relationships/slide" Target="slides/slide528.xml"/><Relationship Id="rId530" Type="http://schemas.openxmlformats.org/officeDocument/2006/relationships/notesMaster" Target="notesMasters/notesMaster1.xml"/><Relationship Id="rId531" Type="http://schemas.openxmlformats.org/officeDocument/2006/relationships/presProps" Target="presProps.xml"/><Relationship Id="rId532" Type="http://schemas.openxmlformats.org/officeDocument/2006/relationships/viewProps" Target="viewProps.xml"/><Relationship Id="rId533" Type="http://schemas.openxmlformats.org/officeDocument/2006/relationships/theme" Target="theme/theme1.xml"/><Relationship Id="rId5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_rels/notesSlide2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5.xml"/>
		</Relationships>
</file>

<file path=ppt/notesSlides/_rels/notesSlide2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6.xml"/>
		</Relationships>
</file>

<file path=ppt/notesSlides/_rels/notesSlide2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7.xml"/>
		</Relationships>
</file>

<file path=ppt/notesSlides/_rels/notesSlide2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8.xml"/>
		</Relationships>
</file>

<file path=ppt/notesSlides/_rels/notesSlide2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9.xml"/>
		</Relationships>
</file>

<file path=ppt/notesSlides/_rels/notesSlide2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0.xml"/>
		</Relationships>
</file>

<file path=ppt/notesSlides/_rels/notesSlide2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1.xml"/>
		</Relationships>
</file>

<file path=ppt/notesSlides/_rels/notesSlide2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2.xml"/>
		</Relationships>
</file>

<file path=ppt/notesSlides/_rels/notesSlide2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3.xml"/>
		</Relationships>
</file>

<file path=ppt/notesSlides/_rels/notesSlide2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4.xml"/>
		</Relationships>
</file>

<file path=ppt/notesSlides/_rels/notesSlide2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5.xml"/>
		</Relationships>
</file>

<file path=ppt/notesSlides/_rels/notesSlide2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6.xml"/>
		</Relationships>
</file>

<file path=ppt/notesSlides/_rels/notesSlide2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7.xml"/>
		</Relationships>
</file>

<file path=ppt/notesSlides/_rels/notesSlide2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8.xml"/>
		</Relationships>
</file>

<file path=ppt/notesSlides/_rels/notesSlide2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9.xml"/>
		</Relationships>
</file>

<file path=ppt/notesSlides/_rels/notesSlide2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0.xml"/>
		</Relationships>
</file>

<file path=ppt/notesSlides/_rels/notesSlide2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1.xml"/>
		</Relationships>
</file>

<file path=ppt/notesSlides/_rels/notesSlide2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2.xml"/>
		</Relationships>
</file>

<file path=ppt/notesSlides/_rels/notesSlide2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3.xml"/>
		</Relationships>
</file>

<file path=ppt/notesSlides/_rels/notesSlide2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4.xml"/>
		</Relationships>
</file>

<file path=ppt/notesSlides/_rels/notesSlide2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5.xml"/>
		</Relationships>
</file>

<file path=ppt/notesSlides/_rels/notesSlide2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6.xml"/>
		</Relationships>
</file>

<file path=ppt/notesSlides/_rels/notesSlide2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7.xml"/>
		</Relationships>
</file>

<file path=ppt/notesSlides/_rels/notesSlide2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8.xml"/>
		</Relationships>
</file>

<file path=ppt/notesSlides/_rels/notesSlide2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9.xml"/>
		</Relationships>
</file>

<file path=ppt/notesSlides/_rels/notesSlide2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0.xml"/>
		</Relationships>
</file>

<file path=ppt/notesSlides/_rels/notesSlide2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1.xml"/>
		</Relationships>
</file>

<file path=ppt/notesSlides/_rels/notesSlide2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2.xml"/>
		</Relationships>
</file>

<file path=ppt/notesSlides/_rels/notesSlide2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3.xml"/>
		</Relationships>
</file>

<file path=ppt/notesSlides/_rels/notesSlide2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4.xml"/>
		</Relationships>
</file>

<file path=ppt/notesSlides/_rels/notesSlide2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5.xml"/>
		</Relationships>
</file>

<file path=ppt/notesSlides/_rels/notesSlide2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6.xml"/>
		</Relationships>
</file>

<file path=ppt/notesSlides/_rels/notesSlide2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7.xml"/>
		</Relationships>
</file>

<file path=ppt/notesSlides/_rels/notesSlide2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8.xml"/>
		</Relationships>
</file>

<file path=ppt/notesSlides/_rels/notesSlide2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9.xml"/>
		</Relationships>
</file>

<file path=ppt/notesSlides/_rels/notesSlide2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0.xml"/>
		</Relationships>
</file>

<file path=ppt/notesSlides/_rels/notesSlide2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1.xml"/>
		</Relationships>
</file>

<file path=ppt/notesSlides/_rels/notesSlide2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2.xml"/>
		</Relationships>
</file>

<file path=ppt/notesSlides/_rels/notesSlide2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3.xml"/>
		</Relationships>
</file>

<file path=ppt/notesSlides/_rels/notesSlide2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4.xml"/>
		</Relationships>
</file>

<file path=ppt/notesSlides/_rels/notesSlide2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5.xml"/>
		</Relationships>
</file>

<file path=ppt/notesSlides/_rels/notesSlide2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6.xml"/>
		</Relationships>
</file>

<file path=ppt/notesSlides/_rels/notesSlide2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7.xml"/>
		</Relationships>
</file>

<file path=ppt/notesSlides/_rels/notesSlide2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8.xml"/>
		</Relationships>
</file>

<file path=ppt/notesSlides/_rels/notesSlide2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9.xml"/>
		</Relationships>
</file>

<file path=ppt/notesSlides/_rels/notesSlide2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0.xml"/>
		</Relationships>
</file>

<file path=ppt/notesSlides/_rels/notesSlide2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1.xml"/>
		</Relationships>
</file>

<file path=ppt/notesSlides/_rels/notesSlide2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2.xml"/>
		</Relationships>
</file>

<file path=ppt/notesSlides/_rels/notesSlide2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3.xml"/>
		</Relationships>
</file>

<file path=ppt/notesSlides/_rels/notesSlide2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4.xml"/>
		</Relationships>
</file>

<file path=ppt/notesSlides/_rels/notesSlide2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5.xml"/>
		</Relationships>
</file>

<file path=ppt/notesSlides/_rels/notesSlide2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6.xml"/>
		</Relationships>
</file>

<file path=ppt/notesSlides/_rels/notesSlide2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7.xml"/>
		</Relationships>
</file>

<file path=ppt/notesSlides/_rels/notesSlide2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8.xml"/>
		</Relationships>
</file>

<file path=ppt/notesSlides/_rels/notesSlide2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9.xml"/>
		</Relationships>
</file>

<file path=ppt/notesSlides/_rels/notesSlide2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0.xml"/>
		</Relationships>
</file>

<file path=ppt/notesSlides/_rels/notesSlide2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1.xml"/>
		</Relationships>
</file>

<file path=ppt/notesSlides/_rels/notesSlide2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2.xml"/>
		</Relationships>
</file>

<file path=ppt/notesSlides/_rels/notesSlide2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3.xml"/>
		</Relationships>
</file>

<file path=ppt/notesSlides/_rels/notesSlide2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4.xml"/>
		</Relationships>
</file>

<file path=ppt/notesSlides/_rels/notesSlide2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5.xml"/>
		</Relationships>
</file>

<file path=ppt/notesSlides/_rels/notesSlide2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6.xml"/>
		</Relationships>
</file>

<file path=ppt/notesSlides/_rels/notesSlide2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7.xml"/>
		</Relationships>
</file>

<file path=ppt/notesSlides/_rels/notesSlide2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8.xml"/>
		</Relationships>
</file>

<file path=ppt/notesSlides/_rels/notesSlide2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9.xml"/>
		</Relationships>
</file>

<file path=ppt/notesSlides/_rels/notesSlide3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0.xml"/>
		</Relationships>
</file>

<file path=ppt/notesSlides/_rels/notesSlide3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1.xml"/>
		</Relationships>
</file>

<file path=ppt/notesSlides/_rels/notesSlide3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2.xml"/>
		</Relationships>
</file>

<file path=ppt/notesSlides/_rels/notesSlide3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3.xml"/>
		</Relationships>
</file>

<file path=ppt/notesSlides/_rels/notesSlide3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4.xml"/>
		</Relationships>
</file>

<file path=ppt/notesSlides/_rels/notesSlide3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5.xml"/>
		</Relationships>
</file>

<file path=ppt/notesSlides/_rels/notesSlide3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6.xml"/>
		</Relationships>
</file>

<file path=ppt/notesSlides/_rels/notesSlide3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7.xml"/>
		</Relationships>
</file>

<file path=ppt/notesSlides/_rels/notesSlide3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8.xml"/>
		</Relationships>
</file>

<file path=ppt/notesSlides/_rels/notesSlide3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9.xml"/>
		</Relationships>
</file>

<file path=ppt/notesSlides/_rels/notesSlide3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0.xml"/>
		</Relationships>
</file>

<file path=ppt/notesSlides/_rels/notesSlide3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1.xml"/>
		</Relationships>
</file>

<file path=ppt/notesSlides/_rels/notesSlide3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2.xml"/>
		</Relationships>
</file>

<file path=ppt/notesSlides/_rels/notesSlide3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3.xml"/>
		</Relationships>
</file>

<file path=ppt/notesSlides/_rels/notesSlide3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4.xml"/>
		</Relationships>
</file>

<file path=ppt/notesSlides/_rels/notesSlide3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5.xml"/>
		</Relationships>
</file>

<file path=ppt/notesSlides/_rels/notesSlide3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6.xml"/>
		</Relationships>
</file>

<file path=ppt/notesSlides/_rels/notesSlide3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7.xml"/>
		</Relationships>
</file>

<file path=ppt/notesSlides/_rels/notesSlide3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8.xml"/>
		</Relationships>
</file>

<file path=ppt/notesSlides/_rels/notesSlide3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9.xml"/>
		</Relationships>
</file>

<file path=ppt/notesSlides/_rels/notesSlide3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0.xml"/>
		</Relationships>
</file>

<file path=ppt/notesSlides/_rels/notesSlide3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1.xml"/>
		</Relationships>
</file>

<file path=ppt/notesSlides/_rels/notesSlide3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2.xml"/>
		</Relationships>
</file>

<file path=ppt/notesSlides/_rels/notesSlide3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3.xml"/>
		</Relationships>
</file>

<file path=ppt/notesSlides/_rels/notesSlide3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4.xml"/>
		</Relationships>
</file>

<file path=ppt/notesSlides/_rels/notesSlide3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5.xml"/>
		</Relationships>
</file>

<file path=ppt/notesSlides/_rels/notesSlide3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6.xml"/>
		</Relationships>
</file>

<file path=ppt/notesSlides/_rels/notesSlide3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7.xml"/>
		</Relationships>
</file>

<file path=ppt/notesSlides/_rels/notesSlide3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8.xml"/>
		</Relationships>
</file>

<file path=ppt/notesSlides/_rels/notesSlide3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9.xml"/>
		</Relationships>
</file>

<file path=ppt/notesSlides/_rels/notesSlide3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0.xml"/>
		</Relationships>
</file>

<file path=ppt/notesSlides/_rels/notesSlide3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1.xml"/>
		</Relationships>
</file>

<file path=ppt/notesSlides/_rels/notesSlide3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2.xml"/>
		</Relationships>
</file>

<file path=ppt/notesSlides/_rels/notesSlide3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3.xml"/>
		</Relationships>
</file>

<file path=ppt/notesSlides/_rels/notesSlide3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4.xml"/>
		</Relationships>
</file>

<file path=ppt/notesSlides/_rels/notesSlide3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5.xml"/>
		</Relationships>
</file>

<file path=ppt/notesSlides/_rels/notesSlide3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6.xml"/>
		</Relationships>
</file>

<file path=ppt/notesSlides/_rels/notesSlide3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7.xml"/>
		</Relationships>
</file>

<file path=ppt/notesSlides/_rels/notesSlide3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8.xml"/>
		</Relationships>
</file>

<file path=ppt/notesSlides/_rels/notesSlide3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9.xml"/>
		</Relationships>
</file>

<file path=ppt/notesSlides/_rels/notesSlide3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0.xml"/>
		</Relationships>
</file>

<file path=ppt/notesSlides/_rels/notesSlide3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1.xml"/>
		</Relationships>
</file>

<file path=ppt/notesSlides/_rels/notesSlide3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2.xml"/>
		</Relationships>
</file>

<file path=ppt/notesSlides/_rels/notesSlide3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3.xml"/>
		</Relationships>
</file>

<file path=ppt/notesSlides/_rels/notesSlide3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4.xml"/>
		</Relationships>
</file>

<file path=ppt/notesSlides/_rels/notesSlide3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5.xml"/>
		</Relationships>
</file>

<file path=ppt/notesSlides/_rels/notesSlide3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6.xml"/>
		</Relationships>
</file>

<file path=ppt/notesSlides/_rels/notesSlide3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7.xml"/>
		</Relationships>
</file>

<file path=ppt/notesSlides/_rels/notesSlide3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8.xml"/>
		</Relationships>
</file>

<file path=ppt/notesSlides/_rels/notesSlide3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9.xml"/>
		</Relationships>
</file>

<file path=ppt/notesSlides/_rels/notesSlide3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0.xml"/>
		</Relationships>
</file>

<file path=ppt/notesSlides/_rels/notesSlide3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1.xml"/>
		</Relationships>
</file>

<file path=ppt/notesSlides/_rels/notesSlide3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2.xml"/>
		</Relationships>
</file>

<file path=ppt/notesSlides/_rels/notesSlide3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3.xml"/>
		</Relationships>
</file>

<file path=ppt/notesSlides/_rels/notesSlide3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4.xml"/>
		</Relationships>
</file>

<file path=ppt/notesSlides/_rels/notesSlide3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5.xml"/>
		</Relationships>
</file>

<file path=ppt/notesSlides/_rels/notesSlide3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6.xml"/>
		</Relationships>
</file>

<file path=ppt/notesSlides/_rels/notesSlide3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7.xml"/>
		</Relationships>
</file>

<file path=ppt/notesSlides/_rels/notesSlide3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8.xml"/>
		</Relationships>
</file>

<file path=ppt/notesSlides/_rels/notesSlide3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9.xml"/>
		</Relationships>
</file>

<file path=ppt/notesSlides/_rels/notesSlide3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0.xml"/>
		</Relationships>
</file>

<file path=ppt/notesSlides/_rels/notesSlide3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1.xml"/>
		</Relationships>
</file>

<file path=ppt/notesSlides/_rels/notesSlide3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2.xml"/>
		</Relationships>
</file>

<file path=ppt/notesSlides/_rels/notesSlide3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3.xml"/>
		</Relationships>
</file>

<file path=ppt/notesSlides/_rels/notesSlide3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4.xml"/>
		</Relationships>
</file>

<file path=ppt/notesSlides/_rels/notesSlide3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5.xml"/>
		</Relationships>
</file>

<file path=ppt/notesSlides/_rels/notesSlide3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6.xml"/>
		</Relationships>
</file>

<file path=ppt/notesSlides/_rels/notesSlide3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7.xml"/>
		</Relationships>
</file>

<file path=ppt/notesSlides/_rels/notesSlide3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8.xml"/>
		</Relationships>
</file>

<file path=ppt/notesSlides/_rels/notesSlide3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9.xml"/>
		</Relationships>
</file>

<file path=ppt/notesSlides/_rels/notesSlide3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0.xml"/>
		</Relationships>
</file>

<file path=ppt/notesSlides/_rels/notesSlide3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1.xml"/>
		</Relationships>
</file>

<file path=ppt/notesSlides/_rels/notesSlide3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2.xml"/>
		</Relationships>
</file>

<file path=ppt/notesSlides/_rels/notesSlide3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3.xml"/>
		</Relationships>
</file>

<file path=ppt/notesSlides/_rels/notesSlide3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4.xml"/>
		</Relationships>
</file>

<file path=ppt/notesSlides/_rels/notesSlide3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5.xml"/>
		</Relationships>
</file>

<file path=ppt/notesSlides/_rels/notesSlide3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6.xml"/>
		</Relationships>
</file>

<file path=ppt/notesSlides/_rels/notesSlide3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7.xml"/>
		</Relationships>
</file>

<file path=ppt/notesSlides/_rels/notesSlide3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8.xml"/>
		</Relationships>
</file>

<file path=ppt/notesSlides/_rels/notesSlide3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9.xml"/>
		</Relationships>
</file>

<file path=ppt/notesSlides/_rels/notesSlide3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0.xml"/>
		</Relationships>
</file>

<file path=ppt/notesSlides/_rels/notesSlide3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1.xml"/>
		</Relationships>
</file>

<file path=ppt/notesSlides/_rels/notesSlide3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2.xml"/>
		</Relationships>
</file>

<file path=ppt/notesSlides/_rels/notesSlide3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3.xml"/>
		</Relationships>
</file>

<file path=ppt/notesSlides/_rels/notesSlide3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4.xml"/>
		</Relationships>
</file>

<file path=ppt/notesSlides/_rels/notesSlide3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5.xml"/>
		</Relationships>
</file>

<file path=ppt/notesSlides/_rels/notesSlide3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6.xml"/>
		</Relationships>
</file>

<file path=ppt/notesSlides/_rels/notesSlide3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7.xml"/>
		</Relationships>
</file>

<file path=ppt/notesSlides/_rels/notesSlide3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8.xml"/>
		</Relationships>
</file>

<file path=ppt/notesSlides/_rels/notesSlide3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9.xml"/>
		</Relationships>
</file>

<file path=ppt/notesSlides/_rels/notesSlide3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0.xml"/>
		</Relationships>
</file>

<file path=ppt/notesSlides/_rels/notesSlide3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1.xml"/>
		</Relationships>
</file>

<file path=ppt/notesSlides/_rels/notesSlide3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2.xml"/>
		</Relationships>
</file>

<file path=ppt/notesSlides/_rels/notesSlide3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3.xml"/>
		</Relationships>
</file>

<file path=ppt/notesSlides/_rels/notesSlide3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4.xml"/>
		</Relationships>
</file>

<file path=ppt/notesSlides/_rels/notesSlide3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5.xml"/>
		</Relationships>
</file>

<file path=ppt/notesSlides/_rels/notesSlide3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6.xml"/>
		</Relationships>
</file>

<file path=ppt/notesSlides/_rels/notesSlide3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7.xml"/>
		</Relationships>
</file>

<file path=ppt/notesSlides/_rels/notesSlide3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8.xml"/>
		</Relationships>
</file>

<file path=ppt/notesSlides/_rels/notesSlide3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9.xml"/>
		</Relationships>
</file>

<file path=ppt/notesSlides/_rels/notesSlide4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0.xml"/>
		</Relationships>
</file>

<file path=ppt/notesSlides/_rels/notesSlide4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1.xml"/>
		</Relationships>
</file>

<file path=ppt/notesSlides/_rels/notesSlide4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2.xml"/>
		</Relationships>
</file>

<file path=ppt/notesSlides/_rels/notesSlide4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3.xml"/>
		</Relationships>
</file>

<file path=ppt/notesSlides/_rels/notesSlide4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4.xml"/>
		</Relationships>
</file>

<file path=ppt/notesSlides/_rels/notesSlide4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5.xml"/>
		</Relationships>
</file>

<file path=ppt/notesSlides/_rels/notesSlide4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6.xml"/>
		</Relationships>
</file>

<file path=ppt/notesSlides/_rels/notesSlide4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7.xml"/>
		</Relationships>
</file>

<file path=ppt/notesSlides/_rels/notesSlide4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8.xml"/>
		</Relationships>
</file>

<file path=ppt/notesSlides/_rels/notesSlide4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9.xml"/>
		</Relationships>
</file>

<file path=ppt/notesSlides/_rels/notesSlide4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0.xml"/>
		</Relationships>
</file>

<file path=ppt/notesSlides/_rels/notesSlide4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1.xml"/>
		</Relationships>
</file>

<file path=ppt/notesSlides/_rels/notesSlide4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2.xml"/>
		</Relationships>
</file>

<file path=ppt/notesSlides/_rels/notesSlide4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3.xml"/>
		</Relationships>
</file>

<file path=ppt/notesSlides/_rels/notesSlide4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4.xml"/>
		</Relationships>
</file>

<file path=ppt/notesSlides/_rels/notesSlide4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5.xml"/>
		</Relationships>
</file>

<file path=ppt/notesSlides/_rels/notesSlide4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6.xml"/>
		</Relationships>
</file>

<file path=ppt/notesSlides/_rels/notesSlide4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7.xml"/>
		</Relationships>
</file>

<file path=ppt/notesSlides/_rels/notesSlide4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8.xml"/>
		</Relationships>
</file>

<file path=ppt/notesSlides/_rels/notesSlide4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9.xml"/>
		</Relationships>
</file>

<file path=ppt/notesSlides/_rels/notesSlide4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0.xml"/>
		</Relationships>
</file>

<file path=ppt/notesSlides/_rels/notesSlide4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1.xml"/>
		</Relationships>
</file>

<file path=ppt/notesSlides/_rels/notesSlide4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2.xml"/>
		</Relationships>
</file>

<file path=ppt/notesSlides/_rels/notesSlide4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3.xml"/>
		</Relationships>
</file>

<file path=ppt/notesSlides/_rels/notesSlide4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4.xml"/>
		</Relationships>
</file>

<file path=ppt/notesSlides/_rels/notesSlide4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5.xml"/>
		</Relationships>
</file>

<file path=ppt/notesSlides/_rels/notesSlide4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6.xml"/>
		</Relationships>
</file>

<file path=ppt/notesSlides/_rels/notesSlide4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7.xml"/>
		</Relationships>
</file>

<file path=ppt/notesSlides/_rels/notesSlide4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8.xml"/>
		</Relationships>
</file>

<file path=ppt/notesSlides/_rels/notesSlide4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9.xml"/>
		</Relationships>
</file>

<file path=ppt/notesSlides/_rels/notesSlide4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0.xml"/>
		</Relationships>
</file>

<file path=ppt/notesSlides/_rels/notesSlide4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1.xml"/>
		</Relationships>
</file>

<file path=ppt/notesSlides/_rels/notesSlide4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2.xml"/>
		</Relationships>
</file>

<file path=ppt/notesSlides/_rels/notesSlide4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3.xml"/>
		</Relationships>
</file>

<file path=ppt/notesSlides/_rels/notesSlide4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4.xml"/>
		</Relationships>
</file>

<file path=ppt/notesSlides/_rels/notesSlide4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5.xml"/>
		</Relationships>
</file>

<file path=ppt/notesSlides/_rels/notesSlide4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6.xml"/>
		</Relationships>
</file>

<file path=ppt/notesSlides/_rels/notesSlide4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7.xml"/>
		</Relationships>
</file>

<file path=ppt/notesSlides/_rels/notesSlide4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8.xml"/>
		</Relationships>
</file>

<file path=ppt/notesSlides/_rels/notesSlide4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9.xml"/>
		</Relationships>
</file>

<file path=ppt/notesSlides/_rels/notesSlide4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0.xml"/>
		</Relationships>
</file>

<file path=ppt/notesSlides/_rels/notesSlide4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1.xml"/>
		</Relationships>
</file>

<file path=ppt/notesSlides/_rels/notesSlide4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2.xml"/>
		</Relationships>
</file>

<file path=ppt/notesSlides/_rels/notesSlide4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3.xml"/>
		</Relationships>
</file>

<file path=ppt/notesSlides/_rels/notesSlide4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4.xml"/>
		</Relationships>
</file>

<file path=ppt/notesSlides/_rels/notesSlide4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5.xml"/>
		</Relationships>
</file>

<file path=ppt/notesSlides/_rels/notesSlide4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6.xml"/>
		</Relationships>
</file>

<file path=ppt/notesSlides/_rels/notesSlide4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7.xml"/>
		</Relationships>
</file>

<file path=ppt/notesSlides/_rels/notesSlide4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8.xml"/>
		</Relationships>
</file>

<file path=ppt/notesSlides/_rels/notesSlide4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9.xml"/>
		</Relationships>
</file>

<file path=ppt/notesSlides/_rels/notesSlide4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0.xml"/>
		</Relationships>
</file>

<file path=ppt/notesSlides/_rels/notesSlide4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1.xml"/>
		</Relationships>
</file>

<file path=ppt/notesSlides/_rels/notesSlide4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2.xml"/>
		</Relationships>
</file>

<file path=ppt/notesSlides/_rels/notesSlide4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3.xml"/>
		</Relationships>
</file>

<file path=ppt/notesSlides/_rels/notesSlide4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4.xml"/>
		</Relationships>
</file>

<file path=ppt/notesSlides/_rels/notesSlide4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5.xml"/>
		</Relationships>
</file>

<file path=ppt/notesSlides/_rels/notesSlide4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6.xml"/>
		</Relationships>
</file>

<file path=ppt/notesSlides/_rels/notesSlide4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7.xml"/>
		</Relationships>
</file>

<file path=ppt/notesSlides/_rels/notesSlide4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8.xml"/>
		</Relationships>
</file>

<file path=ppt/notesSlides/_rels/notesSlide4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9.xml"/>
		</Relationships>
</file>

<file path=ppt/notesSlides/_rels/notesSlide4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0.xml"/>
		</Relationships>
</file>

<file path=ppt/notesSlides/_rels/notesSlide4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1.xml"/>
		</Relationships>
</file>

<file path=ppt/notesSlides/_rels/notesSlide4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2.xml"/>
		</Relationships>
</file>

<file path=ppt/notesSlides/_rels/notesSlide4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3.xml"/>
		</Relationships>
</file>

<file path=ppt/notesSlides/_rels/notesSlide4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4.xml"/>
		</Relationships>
</file>

<file path=ppt/notesSlides/_rels/notesSlide4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5.xml"/>
		</Relationships>
</file>

<file path=ppt/notesSlides/_rels/notesSlide4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6.xml"/>
		</Relationships>
</file>

<file path=ppt/notesSlides/_rels/notesSlide4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7.xml"/>
		</Relationships>
</file>

<file path=ppt/notesSlides/_rels/notesSlide4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8.xml"/>
		</Relationships>
</file>

<file path=ppt/notesSlides/_rels/notesSlide4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9.xml"/>
		</Relationships>
</file>

<file path=ppt/notesSlides/_rels/notesSlide4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0.xml"/>
		</Relationships>
</file>

<file path=ppt/notesSlides/_rels/notesSlide4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1.xml"/>
		</Relationships>
</file>

<file path=ppt/notesSlides/_rels/notesSlide4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2.xml"/>
		</Relationships>
</file>

<file path=ppt/notesSlides/_rels/notesSlide4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3.xml"/>
		</Relationships>
</file>

<file path=ppt/notesSlides/_rels/notesSlide4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4.xml"/>
		</Relationships>
</file>

<file path=ppt/notesSlides/_rels/notesSlide4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5.xml"/>
		</Relationships>
</file>

<file path=ppt/notesSlides/_rels/notesSlide4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6.xml"/>
		</Relationships>
</file>

<file path=ppt/notesSlides/_rels/notesSlide4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7.xml"/>
		</Relationships>
</file>

<file path=ppt/notesSlides/_rels/notesSlide4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8.xml"/>
		</Relationships>
</file>

<file path=ppt/notesSlides/_rels/notesSlide4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9.xml"/>
		</Relationships>
</file>

<file path=ppt/notesSlides/_rels/notesSlide4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0.xml"/>
		</Relationships>
</file>

<file path=ppt/notesSlides/_rels/notesSlide4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1.xml"/>
		</Relationships>
</file>

<file path=ppt/notesSlides/_rels/notesSlide4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2.xml"/>
		</Relationships>
</file>

<file path=ppt/notesSlides/_rels/notesSlide4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3.xml"/>
		</Relationships>
</file>

<file path=ppt/notesSlides/_rels/notesSlide4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4.xml"/>
		</Relationships>
</file>

<file path=ppt/notesSlides/_rels/notesSlide4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5.xml"/>
		</Relationships>
</file>

<file path=ppt/notesSlides/_rels/notesSlide4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6.xml"/>
		</Relationships>
</file>

<file path=ppt/notesSlides/_rels/notesSlide4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7.xml"/>
		</Relationships>
</file>

<file path=ppt/notesSlides/_rels/notesSlide4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8.xml"/>
		</Relationships>
</file>

<file path=ppt/notesSlides/_rels/notesSlide4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9.xml"/>
		</Relationships>
</file>

<file path=ppt/notesSlides/_rels/notesSlide4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0.xml"/>
		</Relationships>
</file>

<file path=ppt/notesSlides/_rels/notesSlide4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1.xml"/>
		</Relationships>
</file>

<file path=ppt/notesSlides/_rels/notesSlide4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2.xml"/>
		</Relationships>
</file>

<file path=ppt/notesSlides/_rels/notesSlide4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3.xml"/>
		</Relationships>
</file>

<file path=ppt/notesSlides/_rels/notesSlide4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4.xml"/>
		</Relationships>
</file>

<file path=ppt/notesSlides/_rels/notesSlide4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5.xml"/>
		</Relationships>
</file>

<file path=ppt/notesSlides/_rels/notesSlide4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6.xml"/>
		</Relationships>
</file>

<file path=ppt/notesSlides/_rels/notesSlide4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7.xml"/>
		</Relationships>
</file>

<file path=ppt/notesSlides/_rels/notesSlide4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8.xml"/>
		</Relationships>
</file>

<file path=ppt/notesSlides/_rels/notesSlide4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9.xml"/>
		</Relationships>
</file>

<file path=ppt/notesSlides/_rels/notesSlide5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0.xml"/>
		</Relationships>
</file>

<file path=ppt/notesSlides/_rels/notesSlide5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1.xml"/>
		</Relationships>
</file>

<file path=ppt/notesSlides/_rels/notesSlide5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2.xml"/>
		</Relationships>
</file>

<file path=ppt/notesSlides/_rels/notesSlide5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3.xml"/>
		</Relationships>
</file>

<file path=ppt/notesSlides/_rels/notesSlide5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4.xml"/>
		</Relationships>
</file>

<file path=ppt/notesSlides/_rels/notesSlide5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5.xml"/>
		</Relationships>
</file>

<file path=ppt/notesSlides/_rels/notesSlide5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6.xml"/>
		</Relationships>
</file>

<file path=ppt/notesSlides/_rels/notesSlide5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7.xml"/>
		</Relationships>
</file>

<file path=ppt/notesSlides/_rels/notesSlide5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8.xml"/>
		</Relationships>
</file>

<file path=ppt/notesSlides/_rels/notesSlide5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9.xml"/>
		</Relationships>
</file>

<file path=ppt/notesSlides/_rels/notesSlide5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0.xml"/>
		</Relationships>
</file>

<file path=ppt/notesSlides/_rels/notesSlide5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1.xml"/>
		</Relationships>
</file>

<file path=ppt/notesSlides/_rels/notesSlide5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2.xml"/>
		</Relationships>
</file>

<file path=ppt/notesSlides/_rels/notesSlide5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3.xml"/>
		</Relationships>
</file>

<file path=ppt/notesSlides/_rels/notesSlide5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4.xml"/>
		</Relationships>
</file>

<file path=ppt/notesSlides/_rels/notesSlide5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5.xml"/>
		</Relationships>
</file>

<file path=ppt/notesSlides/_rels/notesSlide5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6.xml"/>
		</Relationships>
</file>

<file path=ppt/notesSlides/_rels/notesSlide5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7.xml"/>
		</Relationships>
</file>

<file path=ppt/notesSlides/_rels/notesSlide5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8.xml"/>
		</Relationships>
</file>

<file path=ppt/notesSlides/_rels/notesSlide5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9.xml"/>
		</Relationships>
</file>

<file path=ppt/notesSlides/_rels/notesSlide5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0.xml"/>
		</Relationships>
</file>

<file path=ppt/notesSlides/_rels/notesSlide5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1.xml"/>
		</Relationships>
</file>

<file path=ppt/notesSlides/_rels/notesSlide5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2.xml"/>
		</Relationships>
</file>

<file path=ppt/notesSlides/_rels/notesSlide5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3.xml"/>
		</Relationships>
</file>

<file path=ppt/notesSlides/_rels/notesSlide5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4.xml"/>
		</Relationships>
</file>

<file path=ppt/notesSlides/_rels/notesSlide5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5.xml"/>
		</Relationships>
</file>

<file path=ppt/notesSlides/_rels/notesSlide5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6.xml"/>
		</Relationships>
</file>

<file path=ppt/notesSlides/_rels/notesSlide5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7.xml"/>
		</Relationships>
</file>

<file path=ppt/notesSlides/_rels/notesSlide5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image" Target="../media/image-9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image" Target="../media/image-1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0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9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7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9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4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7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0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1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3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4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5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6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7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8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9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0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1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2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3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4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5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6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7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8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9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0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1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2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3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4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5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6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7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8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9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0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1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2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3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4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5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6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7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8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9.xml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0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1.xml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2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3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4.xml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5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6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7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8.xml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9.xml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0.xml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1.xml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2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3.xml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4.xml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5.xml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6.xml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7.xml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8.xml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9.xml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0.xml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1.xml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2.xml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3.xml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4.xml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5.xml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6.xml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7.xml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8.xml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9.xml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0.xml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1.xml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2.xml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3.xml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4.xml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5.xml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6.xml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7.xml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8.xml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9.xml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0.xml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1.xml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2.xml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3.xml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4.xml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5.xml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6.xml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7.xml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8.xml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9.xml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0.xml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1.xml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2.xml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3.xml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4.xml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5.xml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6.xml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7.xml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8.xml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9.xml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0.xml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1.xml"/></Relationships>
</file>

<file path=ppt/slides/_rels/slide3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2.xml"/></Relationships>
</file>

<file path=ppt/slides/_rels/slide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3.xml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4.xml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5.xml"/></Relationships>
</file>

<file path=ppt/slides/_rels/slide3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6.xml"/></Relationships>
</file>

<file path=ppt/slides/_rels/slide3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7.xml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8.xml"/></Relationships>
</file>

<file path=ppt/slides/_rels/slide3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9.xml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0.xml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1.xml"/></Relationships>
</file>

<file path=ppt/slides/_rels/slide3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2.xml"/></Relationships>
</file>

<file path=ppt/slides/_rels/slide3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3.xml"/></Relationships>
</file>

<file path=ppt/slides/_rels/slide3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4.xml"/></Relationships>
</file>

<file path=ppt/slides/_rels/slide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5.xml"/></Relationships>
</file>

<file path=ppt/slides/_rels/slide3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6.xml"/></Relationships>
</file>

<file path=ppt/slides/_rels/slide3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7.xml"/></Relationships>
</file>

<file path=ppt/slides/_rels/slide3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8.xml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9.xml"/></Relationships>
</file>

<file path=ppt/slides/_rels/slide3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0.xml"/></Relationships>
</file>

<file path=ppt/slides/_rels/slide3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1.xml"/></Relationships>
</file>

<file path=ppt/slides/_rels/slide3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2.xml"/></Relationships>
</file>

<file path=ppt/slides/_rels/slide3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3.xml"/></Relationships>
</file>

<file path=ppt/slides/_rels/slide3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4.xml"/></Relationships>
</file>

<file path=ppt/slides/_rels/slide3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5.xml"/></Relationships>
</file>

<file path=ppt/slides/_rels/slide3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6.xml"/></Relationships>
</file>

<file path=ppt/slides/_rels/slide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7.xml"/></Relationships>
</file>

<file path=ppt/slides/_rels/slide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8.xml"/></Relationships>
</file>

<file path=ppt/slides/_rels/slide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9.xml"/></Relationships>
</file>

<file path=ppt/slides/_rels/slide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0.xml"/></Relationships>
</file>

<file path=ppt/slides/_rels/slide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1.xml"/></Relationships>
</file>

<file path=ppt/slides/_rels/slide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2.xml"/></Relationships>
</file>

<file path=ppt/slides/_rels/slide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3.xml"/></Relationships>
</file>

<file path=ppt/slides/_rels/slide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4.xml"/></Relationships>
</file>

<file path=ppt/slides/_rels/slide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5.xml"/></Relationships>
</file>

<file path=ppt/slides/_rels/slide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6.xml"/></Relationships>
</file>

<file path=ppt/slides/_rels/slide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7.xml"/></Relationships>
</file>

<file path=ppt/slides/_rels/slide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8.xml"/></Relationships>
</file>

<file path=ppt/slides/_rels/slide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9.xml"/></Relationships>
</file>

<file path=ppt/slides/_rels/slide3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0.xml"/></Relationships>
</file>

<file path=ppt/slides/_rels/slide3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1.xml"/></Relationships>
</file>

<file path=ppt/slides/_rels/slide3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2.xml"/></Relationships>
</file>

<file path=ppt/slides/_rels/slide3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3.xml"/></Relationships>
</file>

<file path=ppt/slides/_rels/slide3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4.xml"/></Relationships>
</file>

<file path=ppt/slides/_rels/slide3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5.xml"/></Relationships>
</file>

<file path=ppt/slides/_rels/slide3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6.xml"/></Relationships>
</file>

<file path=ppt/slides/_rels/slide3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7.xml"/></Relationships>
</file>

<file path=ppt/slides/_rels/slide3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8.xml"/></Relationships>
</file>

<file path=ppt/slides/_rels/slide3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9.xml"/></Relationships>
</file>

<file path=ppt/slides/_rels/slide4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0.xml"/></Relationships>
</file>

<file path=ppt/slides/_rels/slide4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1.xml"/></Relationships>
</file>

<file path=ppt/slides/_rels/slide4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2.xml"/></Relationships>
</file>

<file path=ppt/slides/_rels/slide4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3.xml"/></Relationships>
</file>

<file path=ppt/slides/_rels/slide4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4.xml"/></Relationships>
</file>

<file path=ppt/slides/_rels/slide4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5.xml"/></Relationships>
</file>

<file path=ppt/slides/_rels/slide4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6.xml"/></Relationships>
</file>

<file path=ppt/slides/_rels/slide4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7.xml"/></Relationships>
</file>

<file path=ppt/slides/_rels/slide4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8.xml"/></Relationships>
</file>

<file path=ppt/slides/_rels/slide4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9.xml"/></Relationships>
</file>

<file path=ppt/slides/_rels/slide4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0.xml"/></Relationships>
</file>

<file path=ppt/slides/_rels/slide4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1.xml"/></Relationships>
</file>

<file path=ppt/slides/_rels/slide4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2.xml"/></Relationships>
</file>

<file path=ppt/slides/_rels/slide4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3.xml"/></Relationships>
</file>

<file path=ppt/slides/_rels/slide4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4.xml"/></Relationships>
</file>

<file path=ppt/slides/_rels/slide4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5.xml"/></Relationships>
</file>

<file path=ppt/slides/_rels/slide4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6.xml"/></Relationships>
</file>

<file path=ppt/slides/_rels/slide4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7.xml"/></Relationships>
</file>

<file path=ppt/slides/_rels/slide4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8.xml"/></Relationships>
</file>

<file path=ppt/slides/_rels/slide4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9.xml"/></Relationships>
</file>

<file path=ppt/slides/_rels/slide4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0.xml"/></Relationships>
</file>

<file path=ppt/slides/_rels/slide4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1.xml"/></Relationships>
</file>

<file path=ppt/slides/_rels/slide4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2.xml"/></Relationships>
</file>

<file path=ppt/slides/_rels/slide4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3.xml"/></Relationships>
</file>

<file path=ppt/slides/_rels/slide4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4.xml"/></Relationships>
</file>

<file path=ppt/slides/_rels/slide4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5.xml"/></Relationships>
</file>

<file path=ppt/slides/_rels/slide4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6.xml"/></Relationships>
</file>

<file path=ppt/slides/_rels/slide4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7.xml"/></Relationships>
</file>

<file path=ppt/slides/_rels/slide4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8.xml"/></Relationships>
</file>

<file path=ppt/slides/_rels/slide4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9.xml"/></Relationships>
</file>

<file path=ppt/slides/_rels/slide4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0.xml"/></Relationships>
</file>

<file path=ppt/slides/_rels/slide4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1.xml"/></Relationships>
</file>

<file path=ppt/slides/_rels/slide4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2.xml"/></Relationships>
</file>

<file path=ppt/slides/_rels/slide4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3.xml"/></Relationships>
</file>

<file path=ppt/slides/_rels/slide4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4.xml"/></Relationships>
</file>

<file path=ppt/slides/_rels/slide4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5.xml"/></Relationships>
</file>

<file path=ppt/slides/_rels/slide4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6.xml"/></Relationships>
</file>

<file path=ppt/slides/_rels/slide4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7.xml"/></Relationships>
</file>

<file path=ppt/slides/_rels/slide4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8.xml"/></Relationships>
</file>

<file path=ppt/slides/_rels/slide4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9.xml"/></Relationships>
</file>

<file path=ppt/slides/_rels/slide4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0.xml"/></Relationships>
</file>

<file path=ppt/slides/_rels/slide4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1.xml"/></Relationships>
</file>

<file path=ppt/slides/_rels/slide4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2.xml"/></Relationships>
</file>

<file path=ppt/slides/_rels/slide4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3.xml"/></Relationships>
</file>

<file path=ppt/slides/_rels/slide4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4.xml"/></Relationships>
</file>

<file path=ppt/slides/_rels/slide4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5.xml"/></Relationships>
</file>

<file path=ppt/slides/_rels/slide4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6.xml"/></Relationships>
</file>

<file path=ppt/slides/_rels/slide4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7.xml"/></Relationships>
</file>

<file path=ppt/slides/_rels/slide4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8.xml"/></Relationships>
</file>

<file path=ppt/slides/_rels/slide4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9.xml"/></Relationships>
</file>

<file path=ppt/slides/_rels/slide4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0.xml"/></Relationships>
</file>

<file path=ppt/slides/_rels/slide4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1.xml"/></Relationships>
</file>

<file path=ppt/slides/_rels/slide4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2.xml"/></Relationships>
</file>

<file path=ppt/slides/_rels/slide4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3.xml"/></Relationships>
</file>

<file path=ppt/slides/_rels/slide4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4.xml"/></Relationships>
</file>

<file path=ppt/slides/_rels/slide4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5.xml"/></Relationships>
</file>

<file path=ppt/slides/_rels/slide4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6.xml"/></Relationships>
</file>

<file path=ppt/slides/_rels/slide4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7.xml"/></Relationships>
</file>

<file path=ppt/slides/_rels/slide4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8.xml"/></Relationships>
</file>

<file path=ppt/slides/_rels/slide4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9.xml"/></Relationships>
</file>

<file path=ppt/slides/_rels/slide4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0.xml"/></Relationships>
</file>

<file path=ppt/slides/_rels/slide4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1.xml"/></Relationships>
</file>

<file path=ppt/slides/_rels/slide4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2.xml"/></Relationships>
</file>

<file path=ppt/slides/_rels/slide4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3.xml"/></Relationships>
</file>

<file path=ppt/slides/_rels/slide4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4.xml"/></Relationships>
</file>

<file path=ppt/slides/_rels/slide4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5.xml"/></Relationships>
</file>

<file path=ppt/slides/_rels/slide4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6.xml"/></Relationships>
</file>

<file path=ppt/slides/_rels/slide4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7.xml"/></Relationships>
</file>

<file path=ppt/slides/_rels/slide4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8.xml"/></Relationships>
</file>

<file path=ppt/slides/_rels/slide4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9.xml"/></Relationships>
</file>

<file path=ppt/slides/_rels/slide4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0.xml"/></Relationships>
</file>

<file path=ppt/slides/_rels/slide4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1.xml"/></Relationships>
</file>

<file path=ppt/slides/_rels/slide4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2.xml"/></Relationships>
</file>

<file path=ppt/slides/_rels/slide4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3.xml"/></Relationships>
</file>

<file path=ppt/slides/_rels/slide4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4.xml"/></Relationships>
</file>

<file path=ppt/slides/_rels/slide4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5.xml"/></Relationships>
</file>

<file path=ppt/slides/_rels/slide4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6.xml"/></Relationships>
</file>

<file path=ppt/slides/_rels/slide4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7.xml"/></Relationships>
</file>

<file path=ppt/slides/_rels/slide4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8.xml"/></Relationships>
</file>

<file path=ppt/slides/_rels/slide4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9.xml"/></Relationships>
</file>

<file path=ppt/slides/_rels/slide4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0.xml"/></Relationships>
</file>

<file path=ppt/slides/_rels/slide4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1.xml"/></Relationships>
</file>

<file path=ppt/slides/_rels/slide4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2.xml"/></Relationships>
</file>

<file path=ppt/slides/_rels/slide4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3.xml"/></Relationships>
</file>

<file path=ppt/slides/_rels/slide4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4.xml"/></Relationships>
</file>

<file path=ppt/slides/_rels/slide4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5.xml"/></Relationships>
</file>

<file path=ppt/slides/_rels/slide4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6.xml"/></Relationships>
</file>

<file path=ppt/slides/_rels/slide4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7.xml"/></Relationships>
</file>

<file path=ppt/slides/_rels/slide4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8.xml"/></Relationships>
</file>

<file path=ppt/slides/_rels/slide4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9.xml"/></Relationships>
</file>

<file path=ppt/slides/_rels/slide4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0.xml"/></Relationships>
</file>

<file path=ppt/slides/_rels/slide4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1.xml"/></Relationships>
</file>

<file path=ppt/slides/_rels/slide4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2.xml"/></Relationships>
</file>

<file path=ppt/slides/_rels/slide4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3.xml"/></Relationships>
</file>

<file path=ppt/slides/_rels/slide4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4.xml"/></Relationships>
</file>

<file path=ppt/slides/_rels/slide4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5.xml"/></Relationships>
</file>

<file path=ppt/slides/_rels/slide4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6.xml"/></Relationships>
</file>

<file path=ppt/slides/_rels/slide4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7.xml"/></Relationships>
</file>

<file path=ppt/slides/_rels/slide4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8.xml"/></Relationships>
</file>

<file path=ppt/slides/_rels/slide4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9.xml"/></Relationships>
</file>

<file path=ppt/slides/_rels/slide5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0.xml"/></Relationships>
</file>

<file path=ppt/slides/_rels/slide5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1.xml"/></Relationships>
</file>

<file path=ppt/slides/_rels/slide5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2.xml"/></Relationships>
</file>

<file path=ppt/slides/_rels/slide5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3.xml"/></Relationships>
</file>

<file path=ppt/slides/_rels/slide5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4.xml"/></Relationships>
</file>

<file path=ppt/slides/_rels/slide5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5.xml"/></Relationships>
</file>

<file path=ppt/slides/_rels/slide5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6.xml"/></Relationships>
</file>

<file path=ppt/slides/_rels/slide5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7.xml"/></Relationships>
</file>

<file path=ppt/slides/_rels/slide5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8.xml"/></Relationships>
</file>

<file path=ppt/slides/_rels/slide5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9.xml"/></Relationships>
</file>

<file path=ppt/slides/_rels/slide5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0.xml"/></Relationships>
</file>

<file path=ppt/slides/_rels/slide5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1.xml"/></Relationships>
</file>

<file path=ppt/slides/_rels/slide5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2.xml"/></Relationships>
</file>

<file path=ppt/slides/_rels/slide5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3.xml"/></Relationships>
</file>

<file path=ppt/slides/_rels/slide5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4.xml"/></Relationships>
</file>

<file path=ppt/slides/_rels/slide5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5.xml"/></Relationships>
</file>

<file path=ppt/slides/_rels/slide5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6.xml"/></Relationships>
</file>

<file path=ppt/slides/_rels/slide5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7.xml"/></Relationships>
</file>

<file path=ppt/slides/_rels/slide5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8.xml"/></Relationships>
</file>

<file path=ppt/slides/_rels/slide5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9.xml"/></Relationships>
</file>

<file path=ppt/slides/_rels/slide5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0.xml"/></Relationships>
</file>

<file path=ppt/slides/_rels/slide5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1.xml"/></Relationships>
</file>

<file path=ppt/slides/_rels/slide5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2.xml"/></Relationships>
</file>

<file path=ppt/slides/_rels/slide5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3.xml"/></Relationships>
</file>

<file path=ppt/slides/_rels/slide5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4.xml"/></Relationships>
</file>

<file path=ppt/slides/_rels/slide5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5.xml"/></Relationships>
</file>

<file path=ppt/slides/_rels/slide5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6.xml"/></Relationships>
</file>

<file path=ppt/slides/_rels/slide5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7.xml"/></Relationships>
</file>

<file path=ppt/slides/_rels/slide5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3444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Dashboard</a:t>
            </a:r>
            <a:endParaRPr lang="en-US" sz="7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You’re here to learn my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&amp; trade profitably starting tomorrow, right?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619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Give me a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“YES”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the chat if that sounds like you</a:t>
            </a:r>
            <a:endParaRPr lang="en-US" sz="4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I just showed you my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PnL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obviously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number on a screen doesn't mean much on its own…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why I wanted to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you where it actually came from…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Because nearly all of it came from the same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at the same time of day, over and over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50008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Here's 3 of them: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56182"/>
            <a:ext cx="74980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Trade 1: Monday -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showing (created this box, takes out one side, I’m in)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66010"/>
            <a:ext cx="74980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Trade 2: Tuesday -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showing (created this box, takes out one side, I’m in)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75838"/>
            <a:ext cx="74980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Trade 3: Friday -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showing (created this box, takes out one side, I’m in)</a:t>
            </a:r>
            <a:endParaRPr lang="en-US" sz="2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didn’t just cherry pick some random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trades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</a:t>
            </a:r>
            <a:endParaRPr lang="en-US" sz="4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was all within [5] trading days, from [DATE to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]...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at the same window on the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clock</a:t>
            </a:r>
            <a:endParaRPr lang="en-US" sz="4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59052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window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what I call a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40964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a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minute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I'll show you how I found them and HOW &amp; WHY it keeps working.</a:t>
            </a:r>
            <a:endParaRPr lang="en-US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Now,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obviously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I’m not going to sit here &amp; tell you it works every single day.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Nobody knows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about the markets, and anyone who tells you otherwise is lying to you.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 can tell you is that my setup shows up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to 3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times a week…</a:t>
            </a:r>
            <a:endParaRPr lang="en-US" sz="4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that's been enough for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months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like these:</a:t>
            </a:r>
            <a:endParaRPr lang="en-US" sz="4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January - August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PNLs</a:t>
            </a:r>
            <a:endParaRPr lang="en-US" sz="5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if you’re asking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yourself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whether you can actually do it too…</a:t>
            </a:r>
            <a:endParaRPr lang="en-US" sz="4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Well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 it’s not just me…</a:t>
            </a:r>
            <a:endParaRPr lang="en-US" sz="5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3444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CASE STUDIES</a:t>
            </a:r>
            <a:endParaRPr lang="en-US" sz="8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honestly, they were all pretty much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exactly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like me after my first year or two of trading.</a:t>
            </a:r>
            <a:endParaRPr lang="en-US" sz="4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real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quick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in case you don't know me…</a:t>
            </a:r>
            <a:endParaRPr lang="en-US" sz="4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419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 name's Rauf, I've been trading for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years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now, and I've made multiple 5 &amp; 6  figures from these markets…</a:t>
            </a:r>
            <a:endParaRPr 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64108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real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quick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in case you don't know me…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69948"/>
            <a:ext cx="74980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 name's Rauf, I've been trading for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years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now, and I've made multiple 7 figures from these markets…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23844"/>
            <a:ext cx="74980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Worked with hundreds of traders and helped them become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consistently profitable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too…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MASTERMIND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IMAGES…</a:t>
            </a:r>
            <a:endParaRPr lang="en-US" sz="5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419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But a couple of years ago I was sat exactly where those guys were, and probably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exactly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where you are right now watching this.</a:t>
            </a:r>
            <a:endParaRPr lang="en-US" sz="3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619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Months, of being inconsistent and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unprofitable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tried dozens of strategies, but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always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knew there was another way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But here's the part that actually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messed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me up.</a:t>
            </a:r>
            <a:endParaRPr lang="en-US" sz="4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one of those people had me believing it was my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psychology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2598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 I was the problem, and I just needed to fix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myself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that's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simply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not true.</a:t>
            </a:r>
            <a:endParaRPr lang="en-US" sz="5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419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of that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inconsistency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came from the strategies they were teaching me, because those strategies had no real edge behind them.</a:t>
            </a:r>
            <a:endParaRPr lang="en-US" sz="3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mean, just think about it for a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second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619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Psychology problems are really strategy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problems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Because what a good strategy actually does is take the big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decisions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away from you.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the market is telling you what to do, there's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nothing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left to be disciplined about.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79092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see A, you do B.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20924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see B, you do A.</a:t>
            </a:r>
            <a:endParaRPr lang="en-US" sz="5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that's exactly what my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are, with real data behind them…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I'll show you Monday through Friday in a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second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you'll see it all come together.</a:t>
            </a:r>
            <a:endParaRPr lang="en-US" sz="4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the way I found it was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exactly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that.</a:t>
            </a:r>
            <a:endParaRPr lang="en-US" sz="4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basically started looking for something that actually repeats within the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Because that's all a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strategy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really is:</a:t>
            </a:r>
            <a:endParaRPr lang="en-US" sz="4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97964"/>
            <a:ext cx="7498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It's a bet you're making, because you believe the same thing is going to keep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happening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day after day.</a:t>
            </a:r>
            <a:endParaRPr lang="en-US" sz="3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619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that became the only question that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mattered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 me.</a:t>
            </a:r>
            <a:endParaRPr lang="en-US" sz="4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actually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repeats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5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3444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</a:t>
            </a:r>
            <a:endParaRPr lang="en-US" sz="13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have no idea what that next candle is going to do, but you know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exactly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when it prints.</a:t>
            </a:r>
            <a:endParaRPr lang="en-US" sz="4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the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second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every day, forever.</a:t>
            </a:r>
            <a:endParaRPr lang="en-US" sz="4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people work to a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schedule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works in the same way, because the same people keep showing up at the same times.</a:t>
            </a:r>
            <a:endParaRPr lang="en-US" sz="4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60704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bond market opens at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8:20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the morning.</a:t>
            </a:r>
            <a:endParaRPr lang="en-US" sz="4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60704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bond market opens at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8:20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the morning.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70048"/>
            <a:ext cx="7498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8:00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60704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bond market opens at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8:20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the morning.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70048"/>
            <a:ext cx="7498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8:00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35324"/>
            <a:ext cx="7498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8:20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Somebody decided that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decades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ago and it hasn't moved since.</a:t>
            </a:r>
            <a:endParaRPr lang="en-US" sz="4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that's all a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really is… A window where the same thing keeps happening.</a:t>
            </a:r>
            <a:endParaRPr lang="en-US" sz="4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Instead of reacting to the market you can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predict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it before it even happens..</a:t>
            </a:r>
            <a:endParaRPr lang="en-US" sz="4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that's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exactly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why it fixed the psychology problem that was never a psychology problem.</a:t>
            </a:r>
            <a:endParaRPr lang="en-US" sz="4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tells me what to do now.</a:t>
            </a:r>
            <a:endParaRPr lang="en-US" sz="4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619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There's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nothing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left for me to be disciplined about.</a:t>
            </a:r>
            <a:endParaRPr lang="en-US" sz="4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79092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Makes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sense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20924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Put a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yes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the chat.</a:t>
            </a:r>
            <a:endParaRPr lang="en-US" sz="5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3468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let’s get into it, here’s what we’ll be covering in the next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 minutes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endParaRPr lang="en-US" sz="2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3468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let’s get into it, here’s what we’ll be covering in the next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 minutes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85340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420088" y="2085340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of my best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ranges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down to the exact minute, so you can go and use them tomorrow morning.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3468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let’s get into it, here’s what we’ll be covering in the next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 minutes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85340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420088" y="2085340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of my best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ranges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down to the exact minute, so you can go and use them tomorrow morning.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00020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20088" y="2700020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to predict where the market's going that day, by letting the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 it for you.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3468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let’s get into it, here’s what we’ll be covering in the next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 minutes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85340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420088" y="2085340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of my best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ranges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down to the exact minute, so you can go and use them tomorrow morning.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00020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20088" y="2700020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to predict where the market's going that day, by letting the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 it for you.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14700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20088" y="3314700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Exactly where to buy, including the entries I take most often, right down to which single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candle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 your chart it is.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3468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let’s get into it, here’s what we’ll be covering in the next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 minutes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85340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420088" y="2085340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of my best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ranges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down to the exact minute, so you can go and use them tomorrow morning.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00020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20088" y="2700020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to predict where the market's going that day, by letting the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 it for you.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14700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20088" y="3314700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Exactly where to buy, including the entries I take most often, right down to which single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candle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 your chart it is.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29380"/>
            <a:ext cx="52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20088" y="3929380"/>
            <a:ext cx="690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your stop goes, when to move it, and when to take your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money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3468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let’s get into it, here’s what we’ll be covering in the next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 minutes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85340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420088" y="2085340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of my best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ranges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down to the exact minute, so you can go and use them tomorrow morning.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00020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20088" y="2700020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to predict where the market's going that day, by letting the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 it for you.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14700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20088" y="3314700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Exactly where to buy, including the entries I take most often, right down to which single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candle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 your chart it is.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29380"/>
            <a:ext cx="52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20088" y="3929380"/>
            <a:ext cx="690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your stop goes, when to move it, and when to take your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money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414012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20088" y="4414012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Multiple full trades from start to finish, so you can see that the same thing keeps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happening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over and over and over and over again.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419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 goal today is to give you everything you need to go ahead and execute my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TBR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consistently starting tomorrow.</a:t>
            </a:r>
            <a:endParaRPr lang="en-US" sz="3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of course, help you make a shit ton of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money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just like all these people have:</a:t>
            </a:r>
            <a:endParaRPr lang="en-US" sz="4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TESTIMONIAL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SCREENSHOTS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DUMP</a:t>
            </a:r>
            <a:endParaRPr lang="en-US" sz="5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Now, I have a little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request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you:</a:t>
            </a:r>
            <a:endParaRPr lang="en-US" sz="46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97964"/>
            <a:ext cx="7498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Everyone you just saw paid me thousands to learn what I'm about to share with you today...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free</a:t>
            </a:r>
            <a:endParaRPr lang="en-US" sz="3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It’s a well-known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psychological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principle:</a:t>
            </a:r>
            <a:endParaRPr lang="en-US" sz="46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people pay, they pay more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attention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50008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here’s the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deal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</a:t>
            </a:r>
            <a:endParaRPr lang="en-US" sz="5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619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Pretend you just paid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$5,000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this Live Training.</a:t>
            </a:r>
            <a:endParaRPr lang="en-US" sz="46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419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Because the insights I’m about to share are worth at least that… if you actually pay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attention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use them.</a:t>
            </a:r>
            <a:endParaRPr lang="en-US" sz="3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50008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Sound fair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enough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5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Put a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“Yes”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the chat</a:t>
            </a:r>
            <a:endParaRPr lang="en-US" sz="5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put away your phone, grab a notebook and take notes... we're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covering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 lot today</a:t>
            </a:r>
            <a:endParaRPr lang="en-US" sz="4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I’m now going to show you how this model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step by step…</a:t>
            </a:r>
            <a:endParaRPr lang="en-US" sz="4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Then I’ll make you an offer at the end to help you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it.</a:t>
            </a:r>
            <a:endParaRPr lang="en-US" sz="4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3444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Sound good?</a:t>
            </a:r>
            <a:endParaRPr lang="en-US" sz="88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3444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Let’s dive in…</a:t>
            </a:r>
            <a:endParaRPr lang="en-US" sz="8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16204"/>
            <a:ext cx="994714" cy="698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1-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091994" y="725932"/>
            <a:ext cx="6229046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TIME BASED RANGES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2091994" y="1168146"/>
            <a:ext cx="62290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</a:t>
            </a:r>
            <a:pPr indent="0" marL="0">
              <a:buNone/>
            </a:pPr>
            <a:r>
              <a:rPr lang="en-US" sz="15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you mark your levels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488948"/>
            <a:ext cx="994714" cy="698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2-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2091994" y="1598676"/>
            <a:ext cx="6229046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BIAS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2091994" y="2040890"/>
            <a:ext cx="62290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</a:t>
            </a:r>
            <a:pPr indent="0" marL="0">
              <a:buNone/>
            </a:pPr>
            <a:r>
              <a:rPr lang="en-US" sz="15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way you're trading today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61692"/>
            <a:ext cx="994714" cy="698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3-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2091994" y="2471420"/>
            <a:ext cx="6229046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ENTRY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2091994" y="2913634"/>
            <a:ext cx="62290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</a:t>
            </a:r>
            <a:pPr indent="0" marL="0">
              <a:buNone/>
            </a:pPr>
            <a:r>
              <a:rPr lang="en-US" sz="15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you buy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234436"/>
            <a:ext cx="994714" cy="698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4-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2091994" y="3344164"/>
            <a:ext cx="6229046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EXIT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2091994" y="3786378"/>
            <a:ext cx="62290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</a:t>
            </a:r>
            <a:pPr indent="0" marL="0">
              <a:buNone/>
            </a:pPr>
            <a:r>
              <a:rPr lang="en-US" sz="15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you get out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107180"/>
            <a:ext cx="994714" cy="698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5-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2091994" y="4216908"/>
            <a:ext cx="6229046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FULL TRADE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2091994" y="4659122"/>
            <a:ext cx="62290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</a:t>
            </a:r>
            <a:pPr indent="0" marL="0">
              <a:buNone/>
            </a:pPr>
            <a:r>
              <a:rPr lang="en-US" sz="15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of it on one chart</a:t>
            </a:r>
            <a:endParaRPr lang="en-US" sz="15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indent="0" marL="0">
              <a:buNone/>
            </a:pPr>
            <a:r>
              <a:rPr lang="en-US" sz="110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017520"/>
            <a:ext cx="740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TIME BASED RANGES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566928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562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just showed you that we’re working based on specific time windows and ranges within the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</a:t>
            </a:r>
            <a:endParaRPr lang="en-US" sz="3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562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 I've got a number of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and today I'm leaking 2 of them since you're live with me…</a:t>
            </a:r>
            <a:endParaRPr lang="en-US" sz="3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for New York, one for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London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rest are reserved for my private students who sign an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NDA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so those stay with me.</a:t>
            </a:r>
            <a:endParaRPr lang="en-US" sz="4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But every single one of them sits inside something called a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dealing range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before I give you the times, I have to show you how I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those.</a:t>
            </a:r>
            <a:endParaRPr lang="en-US" sz="4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dealing range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just the space between a significant swing high and a swing low…</a:t>
            </a:r>
            <a:endParaRPr lang="en-US" sz="4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a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swing high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or low simply means a point where the market turned around.</a:t>
            </a:r>
            <a:endParaRPr lang="en-US" sz="4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endParaRPr lang="en-US" sz="1100" dirty="0"/>
          </a:p>
        </p:txBody>
      </p:sp>
      <p:pic>
        <p:nvPicPr>
          <p:cNvPr id="9" name="Image 0" descr="fu/ppt/media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" y="1088136"/>
            <a:ext cx="4160520" cy="3621024"/>
          </a:xfrm>
          <a:prstGeom prst="rect">
            <a:avLst/>
          </a:prstGeom>
        </p:spPr>
      </p:pic>
      <p:pic>
        <p:nvPicPr>
          <p:cNvPr id="10" name="Image 1" descr="fu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216152"/>
            <a:ext cx="4242816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05356"/>
            <a:ext cx="74980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this was the low that pushed the market higher, and this was the high that pushed the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lower.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59252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Draw a line at each, and automatically that becomes a range to the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69364"/>
            <a:ext cx="7498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it, </a:t>
            </a:r>
            <a:pPr indent="0" marL="0">
              <a:buNone/>
            </a:pPr>
            <a:r>
              <a:rPr lang="en-US" sz="3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easy.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55164"/>
            <a:ext cx="7498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 why does that actually matter? Because of what sits above and below those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lines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endParaRPr lang="en-US" sz="1100" dirty="0"/>
          </a:p>
        </p:txBody>
      </p:sp>
      <p:pic>
        <p:nvPicPr>
          <p:cNvPr id="9" name="Image 0" descr="fu/ppt/media/imag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504" y="667512"/>
            <a:ext cx="5632704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58468"/>
            <a:ext cx="7498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order is just you telling the market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"if price gets here, I'm in"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...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92324"/>
            <a:ext cx="7498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</a:t>
            </a:r>
            <a:pPr indent="0" marL="0">
              <a:buNone/>
            </a:pPr>
            <a:r>
              <a:rPr lang="en-US" sz="3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it…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78124"/>
            <a:ext cx="7498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walk away, and it fires by itself when price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arrives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2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77340"/>
            <a:ext cx="7498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everyone looking at this chart can see that high and that low, same as you can, so they all leave their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orders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roughly the same place.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87268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means there's a stack of them sat right there, waiting to get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filled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85416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all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liquidity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means…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3522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Orders waiting to get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filled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the market doesn't move to random places, it moves to where those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are.</a:t>
            </a:r>
            <a:endParaRPr lang="en-US" sz="4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12264"/>
            <a:ext cx="7498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Now, those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lines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still don't tell you when any of it happens, because that box could be days wide.</a:t>
            </a:r>
            <a:endParaRPr lang="en-US" sz="32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762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that's exactly where my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ranges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come in.</a:t>
            </a:r>
            <a:endParaRPr lang="en-US" sz="46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3444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TESTIMONIALS</a:t>
            </a:r>
            <a:endParaRPr lang="en-US" sz="130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here are the times for 2 of them,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free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57300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London range —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1:12-2:12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EST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39212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York —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8:12-9:12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EST</a:t>
            </a:r>
            <a:endParaRPr lang="en-US" sz="52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I'll work in New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York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today, because that's the one most of you can be awake for.</a:t>
            </a:r>
            <a:endParaRPr lang="en-US" sz="40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endParaRPr lang="en-US" sz="1100" dirty="0"/>
          </a:p>
        </p:txBody>
      </p:sp>
      <p:pic>
        <p:nvPicPr>
          <p:cNvPr id="9" name="Image 0" descr="fu/ppt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" y="1463040"/>
            <a:ext cx="4361688" cy="2834640"/>
          </a:xfrm>
          <a:prstGeom prst="rect">
            <a:avLst/>
          </a:prstGeom>
        </p:spPr>
      </p:pic>
      <p:pic>
        <p:nvPicPr>
          <p:cNvPr id="10" name="Image 1" descr="fu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664" y="886968"/>
            <a:ext cx="5312664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5740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8:12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it starts, 9:12 it's done.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79192"/>
            <a:ext cx="7498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 there, low there. 2 more lines, and that's your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2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 here's the rule that connects the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boxes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and it's the only rule in this step.</a:t>
            </a:r>
            <a:endParaRPr lang="en-US" sz="40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want to see my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form INSIDE the dealing range…</a:t>
            </a:r>
            <a:endParaRPr lang="en-US" sz="40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it hasn’t, I’m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waiting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(A+ setup)</a:t>
            </a:r>
            <a:endParaRPr lang="en-US" sz="46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762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Because remember what the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dealing range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gave you…</a:t>
            </a:r>
            <a:endParaRPr lang="en-US" sz="46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762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stack of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orders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at the top and a stack at the bottom.</a:t>
            </a:r>
            <a:endParaRPr lang="en-US" sz="46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my hour forms inside it, both of those stacks are still sitting there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untouched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</a:t>
            </a:r>
            <a:endParaRPr lang="en-US" sz="40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means there's something above me to go and take, and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something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below me to go and take.</a:t>
            </a:r>
            <a:endParaRPr lang="en-US" sz="40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64308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the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trade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93392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Makes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sense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35224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Put a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yes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the chat.</a:t>
            </a:r>
            <a:endParaRPr lang="en-US" sz="52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84248"/>
            <a:ext cx="749808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now you've got a box inside a box, and between them they tell you where the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are and when the market's going to go for them.</a:t>
            </a:r>
            <a:endParaRPr lang="en-US" sz="28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But neither one tells you which way the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actually going…</a:t>
            </a:r>
            <a:endParaRPr lang="en-US" sz="40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let's get into step 2, the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bias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….</a:t>
            </a:r>
            <a:endParaRPr lang="en-US" sz="46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005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8070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71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7311090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We’ll just let the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tell us where it’s headed.</a:t>
            </a:r>
            <a:endParaRPr lang="en-US" sz="46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indent="0" marL="0">
              <a:buNone/>
            </a:pPr>
            <a:r>
              <a:rPr lang="en-US" sz="110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017520"/>
            <a:ext cx="740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BIAS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566928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562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we've got our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boxes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and they tell us where the orders are and when the market's going to go for them.</a:t>
            </a:r>
            <a:endParaRPr lang="en-US" sz="32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762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they don't tell us yet is which way we're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trading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562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this is the part everyone assumes is the hard part, because everybody will tell you that you can't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predict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market.</a:t>
            </a:r>
            <a:endParaRPr lang="en-US" sz="32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64308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not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true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...</a:t>
            </a:r>
            <a:endParaRPr lang="en-US" sz="52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Predicting is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exactly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what we're doing here… it's the whole point.</a:t>
            </a:r>
            <a:endParaRPr lang="en-US" sz="40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difference is WHAT you're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predicting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from.</a:t>
            </a:r>
            <a:endParaRPr lang="en-US" sz="46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 traders just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predict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from an opinion…</a:t>
            </a:r>
            <a:endParaRPr lang="en-US" sz="46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562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They check the news, glance at a higher timeframe, decide the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feels bearish, and hope they're right.</a:t>
            </a:r>
            <a:endParaRPr lang="en-US" sz="32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482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not a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prediction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a guess with a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nicer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word on it.</a:t>
            </a:r>
            <a:endParaRPr lang="en-US" sz="46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5840"/>
            <a:ext cx="7498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here's what that actually looked like on a normal day a </a:t>
            </a:r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couple</a:t>
            </a:r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of years ago:</a:t>
            </a:r>
            <a:endParaRPr lang="en-US" sz="15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5840"/>
            <a:ext cx="7498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here's what that actually looked like on a normal day a </a:t>
            </a:r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couple</a:t>
            </a:r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of years ago: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15084"/>
            <a:ext cx="749808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spikes</a:t>
            </a:r>
            <a:endParaRPr lang="en-US" sz="17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5840"/>
            <a:ext cx="7498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here's what that actually looked like on a normal day a </a:t>
            </a:r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couple</a:t>
            </a:r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of years ago: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15084"/>
            <a:ext cx="749808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spikes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16302"/>
            <a:ext cx="749808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buy</a:t>
            </a:r>
            <a:endParaRPr lang="en-US" sz="17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5840"/>
            <a:ext cx="7498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here's what that actually looked like on a normal day a </a:t>
            </a:r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couple</a:t>
            </a:r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of years ago: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15084"/>
            <a:ext cx="749808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spikes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16302"/>
            <a:ext cx="749808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buy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017520"/>
            <a:ext cx="749808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reverses</a:t>
            </a:r>
            <a:endParaRPr lang="en-US" sz="17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5840"/>
            <a:ext cx="7498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here's what that actually looked like on a normal day a </a:t>
            </a:r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couple</a:t>
            </a:r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of years ago: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15084"/>
            <a:ext cx="749808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spikes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16302"/>
            <a:ext cx="749808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buy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017520"/>
            <a:ext cx="749808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reverses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18738"/>
            <a:ext cx="749808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Stops</a:t>
            </a:r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you out</a:t>
            </a:r>
            <a:endParaRPr lang="en-US" sz="17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5840"/>
            <a:ext cx="7498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here's what that actually looked like on a normal day a </a:t>
            </a:r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couple</a:t>
            </a:r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of years ago: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15084"/>
            <a:ext cx="749808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spikes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16302"/>
            <a:ext cx="749808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buy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017520"/>
            <a:ext cx="749808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reverses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18738"/>
            <a:ext cx="749808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Stops</a:t>
            </a:r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you out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219956"/>
            <a:ext cx="74980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You're annoyed, so you flip and </a:t>
            </a:r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sell</a:t>
            </a:r>
            <a:endParaRPr lang="en-US" sz="15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5840"/>
            <a:ext cx="7498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here's what that actually looked like on a normal day a </a:t>
            </a:r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couple</a:t>
            </a:r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of years ago: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15084"/>
            <a:ext cx="749808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spikes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16302"/>
            <a:ext cx="749808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buy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017520"/>
            <a:ext cx="749808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reverses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18738"/>
            <a:ext cx="749808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Stops</a:t>
            </a:r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you out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219956"/>
            <a:ext cx="74980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You're annoyed, so you flip and </a:t>
            </a:r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89170"/>
            <a:ext cx="749808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it </a:t>
            </a:r>
            <a:pPr indent="0" marL="0">
              <a:buNone/>
            </a:pPr>
            <a:r>
              <a:rPr lang="en-US" sz="17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reverses</a:t>
            </a:r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again</a:t>
            </a:r>
            <a:endParaRPr lang="en-US" sz="17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93392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Anyone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done that?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35224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Put a 1 in the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problem is you're picking a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direction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the most violent 30 seconds of the session…</a:t>
            </a:r>
            <a:endParaRPr lang="en-US" sz="40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nothing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front of you to base it on.</a:t>
            </a:r>
            <a:endParaRPr lang="en-US" sz="46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Long or short… Biggest decision of your day, and you're making it under that kind of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pressure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Nobody gets that right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consistently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45336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we don't pick a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direction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at all…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35224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let the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pick it for us.</a:t>
            </a:r>
            <a:endParaRPr lang="en-US" sz="40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12264"/>
            <a:ext cx="7498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Because before the market can go anywhere, it has to go and collect the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sitting on one side first.</a:t>
            </a:r>
            <a:endParaRPr lang="en-US" sz="32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you already know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exactly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where those orders are, because you marked them in step 1.</a:t>
            </a:r>
            <a:endParaRPr lang="en-US" sz="40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562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the market walks into one of your boxes, and the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second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it does, it's told you which way you're going.</a:t>
            </a:r>
            <a:endParaRPr lang="en-US" sz="32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by the end of this section you'll sit down at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9:29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tomorrow, watch one thing happen…</a:t>
            </a:r>
            <a:endParaRPr lang="en-US" sz="40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762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know whether you're a buyer or a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seller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today.</a:t>
            </a:r>
            <a:endParaRPr lang="en-US" sz="46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3444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Sounds good?</a:t>
            </a:r>
            <a:endParaRPr lang="en-US" sz="76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12672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Now, 2 things have to happen, and they happen in this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12672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Now, 2 things have to happen, and they happen in this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74544"/>
            <a:ext cx="57762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1-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1473733" y="2574544"/>
            <a:ext cx="6847307" cy="845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side of your </a:t>
            </a:r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</a:t>
            </a:r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gets taken… that's your bias</a:t>
            </a:r>
            <a:endParaRPr lang="en-US" sz="26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12672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Now, 2 things have to happen, and they happen in this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74544"/>
            <a:ext cx="57762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1-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1473733" y="2574544"/>
            <a:ext cx="6847307" cy="845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side of your </a:t>
            </a:r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</a:t>
            </a:r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gets taken… that's your bias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30752"/>
            <a:ext cx="57762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2-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1473733" y="3730752"/>
            <a:ext cx="6847307" cy="845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Then the </a:t>
            </a:r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dealing range</a:t>
            </a:r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extreme has to go too</a:t>
            </a:r>
            <a:endParaRPr lang="en-US" sz="26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start with the inner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box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because that's the one that gets hit first.</a:t>
            </a:r>
            <a:endParaRPr lang="en-US" sz="40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endParaRPr lang="en-US" sz="1100" dirty="0"/>
          </a:p>
        </p:txBody>
      </p:sp>
      <p:pic>
        <p:nvPicPr>
          <p:cNvPr id="9" name="Image 0" descr="fu/ppt/media/image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566928"/>
            <a:ext cx="5897880" cy="4261104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26464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take out the high, and automatically my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bias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bearish.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32304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take out the low, and automatically my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bias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bullish.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38144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here, the low goes… which means I'm a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buyer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reason behind it is pretty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simple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endParaRPr lang="en-US" sz="46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Remember what we said is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sitting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below that low?</a:t>
            </a:r>
            <a:endParaRPr lang="en-US" sz="46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stack of sell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from people selling the breakdown and people getting stopped out.</a:t>
            </a:r>
            <a:endParaRPr lang="en-US" sz="40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Now, if you wanted to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 big position, where would you go?</a:t>
            </a:r>
            <a:endParaRPr lang="en-US" sz="40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12264"/>
            <a:ext cx="7498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You'd go to where the sellers are, because you can't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buy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anything unless somebody is selling it to you.</a:t>
            </a:r>
            <a:endParaRPr lang="en-US" sz="32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endParaRPr lang="en-US" sz="1100" dirty="0"/>
          </a:p>
        </p:txBody>
      </p:sp>
      <p:pic>
        <p:nvPicPr>
          <p:cNvPr id="9" name="Image 0" descr="fu/ppt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768096"/>
            <a:ext cx="8769096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45336"/>
            <a:ext cx="7498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price dips below the low, all those sell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go off at once, somebody buys the lot…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91256"/>
            <a:ext cx="7498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now they've got what they came for, so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price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goes up.</a:t>
            </a:r>
            <a:endParaRPr lang="en-US" sz="32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3444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it.</a:t>
            </a:r>
            <a:endParaRPr lang="en-US" sz="130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482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the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whole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thing.</a:t>
            </a:r>
            <a:endParaRPr lang="en-US" sz="52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dip wasn't the move… the dip was somebody getting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filled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 think about how many of your losing trades that just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explained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sold the low &amp; it went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straight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back up</a:t>
            </a:r>
            <a:endParaRPr lang="en-US" sz="46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762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bought the high and it went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straight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back down.</a:t>
            </a:r>
            <a:endParaRPr lang="en-US" sz="46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weren't unlucky, you were just on the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wrong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side of it…</a:t>
            </a:r>
            <a:endParaRPr lang="en-US" sz="40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762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9 times out of 10, you become the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liquidity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762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2- Then the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dealing range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extreme has to go too.</a:t>
            </a:r>
            <a:endParaRPr lang="en-US" sz="46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Now, the inner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TBR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box on its own isn't enough.</a:t>
            </a:r>
            <a:endParaRPr lang="en-US" sz="46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Remember the outer box, the one we drew first? The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Dealing range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40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482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 has to get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taken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as well.</a:t>
            </a:r>
            <a:endParaRPr lang="en-US" sz="52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endParaRPr lang="en-US" sz="1100" dirty="0"/>
          </a:p>
        </p:txBody>
      </p:sp>
      <p:pic>
        <p:nvPicPr>
          <p:cNvPr id="9" name="Image 0" descr="fu/ppt/media/imag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40664"/>
            <a:ext cx="91440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pic>
        <p:nvPicPr>
          <p:cNvPr id="8" name="Image 0" descr="fu/ppt/media/image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740664"/>
            <a:ext cx="9052560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115568"/>
            <a:ext cx="74980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There's the high of my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going… that's the inner box.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25396"/>
            <a:ext cx="7498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 you don't just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sell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blindly there.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35174"/>
            <a:ext cx="749808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wait for the market to run above the extreme of the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dealing range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as well, the outer box.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845052"/>
            <a:ext cx="74980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Once it runs that high, then you can trust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selling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setups.</a:t>
            </a:r>
            <a:endParaRPr lang="en-US" sz="25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64308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levels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swept…</a:t>
            </a:r>
            <a:endParaRPr lang="en-US" sz="52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64308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call that a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break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</a:t>
            </a:r>
            <a:endParaRPr lang="en-US" sz="52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once one has gone, you know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exactly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where you're headed.</a:t>
            </a:r>
            <a:endParaRPr lang="en-US" sz="40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64308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opposing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end.</a:t>
            </a:r>
            <a:endParaRPr lang="en-US" sz="52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endParaRPr lang="en-US" sz="1100" dirty="0"/>
          </a:p>
        </p:txBody>
      </p:sp>
      <p:pic>
        <p:nvPicPr>
          <p:cNvPr id="9" name="Image 0" descr="fu/ppt/media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713232"/>
            <a:ext cx="9144000" cy="4242816"/>
          </a:xfrm>
          <a:prstGeom prst="rect">
            <a:avLst/>
          </a:prstGeom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1737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Sweep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one side, trade to the other side.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07258"/>
            <a:ext cx="7498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the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trade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now this is where I'm going to do something nobody else in this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industry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does.</a:t>
            </a:r>
            <a:endParaRPr lang="en-US" sz="40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Because every guru online tells you their system works, and then shows you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nothing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</a:t>
            </a:r>
            <a:endParaRPr lang="en-US" sz="40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just have to take their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word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it.</a:t>
            </a:r>
            <a:endParaRPr lang="en-US" sz="46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 not going to do that, I’ll show you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verified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3rd party data so you can see for yourself.</a:t>
            </a:r>
            <a:endParaRPr lang="en-US" sz="40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41398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83230"/>
            <a:ext cx="7498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https://www.youtube.com/watch?v=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EkdQowvRwRU</a:t>
            </a:r>
            <a:endParaRPr lang="en-US" sz="46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think about what just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changed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Instead of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“trying to fix your psychology”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...</a:t>
            </a:r>
            <a:endParaRPr lang="en-US" sz="46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took away the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guesswork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you.</a:t>
            </a:r>
            <a:endParaRPr lang="en-US" sz="46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You've got your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boxes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you've got your direction, and you've got your target.</a:t>
            </a:r>
            <a:endParaRPr lang="en-US" sz="40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just look at it and can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predict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where the market’s headed.</a:t>
            </a:r>
            <a:endParaRPr lang="en-US" sz="40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BUT… there's one thing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missing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 a price.</a:t>
            </a:r>
            <a:endParaRPr lang="en-US" sz="46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Because knowing the market’s going to go up or down isn’t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enough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</a:t>
            </a:r>
            <a:endParaRPr lang="en-US" sz="400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still have to actually get in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somewhere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right?</a:t>
            </a:r>
            <a:endParaRPr lang="en-US" sz="46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13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298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227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600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that’s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exactly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what we’ll be covering now, in step 3:</a:t>
            </a:r>
            <a:endParaRPr lang="en-US" sz="400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indent="0" marL="0">
              <a:buNone/>
            </a:pPr>
            <a:r>
              <a:rPr lang="en-US" sz="110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017520"/>
            <a:ext cx="740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ENTRY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566928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584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here's where we are.</a:t>
            </a:r>
            <a:endParaRPr lang="en-US" sz="320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584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here's where we are.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4708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range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low went.</a:t>
            </a:r>
            <a:endParaRPr lang="en-US" sz="320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584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here's where we are.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4708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range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low went.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88336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dealing range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low went.</a:t>
            </a:r>
            <a:endParaRPr lang="en-US" sz="280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584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here's where we are.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4708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range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low went.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88336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dealing range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low went.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65576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wants to go up.</a:t>
            </a:r>
            <a:endParaRPr lang="en-US" sz="280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584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here's where we are.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4708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range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low went.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88336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dealing range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low went.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65576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wants to go up.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242816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Here's the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20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endParaRPr lang="en-US" sz="1100" dirty="0"/>
          </a:p>
        </p:txBody>
      </p:sp>
      <p:pic>
        <p:nvPicPr>
          <p:cNvPr id="9" name="Image 0" descr="fu/ppt/media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521208"/>
            <a:ext cx="4590288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26464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Right now, on my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screen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it is still going down.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32304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know it's going up… And it's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falling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front of me.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38144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I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buy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here I get stopped out, and then it goes up without me.</a:t>
            </a:r>
            <a:endParaRPr lang="en-US" sz="280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64308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step 3 is one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</a:t>
            </a:r>
            <a:endParaRPr lang="en-US" sz="520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Finding the moment it actually stops going down and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going up - vice versa.</a:t>
            </a:r>
            <a:endParaRPr lang="en-US" sz="4000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3444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reversal.</a:t>
            </a:r>
            <a:endParaRPr lang="en-US" sz="8800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71320"/>
            <a:ext cx="7498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that we just need to answer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questions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endParaRPr lang="en-US" sz="3200" dirty="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71320"/>
            <a:ext cx="7498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that we just need to answer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questions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1208"/>
            <a:ext cx="577621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1-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1473733" y="3061208"/>
            <a:ext cx="6847307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Has it </a:t>
            </a:r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turned</a:t>
            </a:r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yet?</a:t>
            </a:r>
            <a:endParaRPr lang="en-US" sz="2600" dirty="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71320"/>
            <a:ext cx="7498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that we just need to answer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questions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1208"/>
            <a:ext cx="577621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1-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1473733" y="3061208"/>
            <a:ext cx="6847307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Has it </a:t>
            </a:r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turned</a:t>
            </a:r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yet?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94760"/>
            <a:ext cx="577621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2-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1473733" y="3794760"/>
            <a:ext cx="6847307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</a:t>
            </a:r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exactly</a:t>
            </a:r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 I buy?</a:t>
            </a:r>
            <a:endParaRPr lang="en-US" sz="260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12264"/>
            <a:ext cx="7498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know when the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reverses, you first have to know what it looks like while it's still going.</a:t>
            </a:r>
            <a:endParaRPr lang="en-US" sz="3200" dirty="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endParaRPr lang="en-US" sz="1100" dirty="0"/>
          </a:p>
        </p:txBody>
      </p:sp>
      <p:pic>
        <p:nvPicPr>
          <p:cNvPr id="9" name="Image 0" descr="fu/ppt/media/image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3152" y="384048"/>
            <a:ext cx="935431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18488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 close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candle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Then another one lower. Then another one lower.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24328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While a market's falling, every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candle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keeps closing below the last.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3016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what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falling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is.</a:t>
            </a:r>
            <a:endParaRPr lang="en-US" sz="3200" dirty="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the turn is when that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stops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endParaRPr lang="en-US" sz="1100" dirty="0"/>
          </a:p>
        </p:txBody>
      </p:sp>
      <p:pic>
        <p:nvPicPr>
          <p:cNvPr id="9" name="Image 0" descr="fu/ppt/media/image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56616"/>
            <a:ext cx="914400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90472"/>
            <a:ext cx="7498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down close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candles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 there, there, there.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24328"/>
            <a:ext cx="7498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then this one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closes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above all 3 of them.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58184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candle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just undid three…</a:t>
            </a:r>
            <a:endParaRPr lang="en-US" sz="3200" dirty="0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46504"/>
            <a:ext cx="7498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thing that was happening has stopped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happening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8036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call this my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candle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rotation...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02152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delivery being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shifted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200" dirty="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762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 I want a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second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opinion, from a bigger timeframe…</a:t>
            </a:r>
            <a:endParaRPr lang="en-US" sz="4600" dirty="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762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minute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chart can show you whats not there</a:t>
            </a:r>
            <a:endParaRPr lang="en-US" sz="4600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endParaRPr lang="en-US" sz="1100" dirty="0"/>
          </a:p>
        </p:txBody>
      </p:sp>
      <p:pic>
        <p:nvPicPr>
          <p:cNvPr id="9" name="Image 0" descr="fu/ppt/media/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" y="722376"/>
            <a:ext cx="8851392" cy="4178808"/>
          </a:xfrm>
          <a:prstGeom prst="rect">
            <a:avLst/>
          </a:prstGeom>
        </p:spPr>
      </p:pic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71600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Any 3 hourly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candles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a row.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29384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middle one is the one that dips down and takes the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liquidity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35224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Then the third closes back above the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middle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41064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a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swing low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... The hour agrees.</a:t>
            </a:r>
            <a:endParaRPr lang="en-US" sz="280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45336"/>
            <a:ext cx="7498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if the 9am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candle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takes the level and the 10am closes back inside… what should the 11am do?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91256"/>
            <a:ext cx="7498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should go up… And that's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exactly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what it does.</a:t>
            </a:r>
            <a:endParaRPr lang="en-US" sz="320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the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candle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swing structure... It's confirmation for your direction.</a:t>
            </a:r>
            <a:endParaRPr lang="en-US" sz="4000" dirty="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482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is not where you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buy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</a:t>
            </a:r>
            <a:endParaRPr lang="en-US" sz="5200" dirty="0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It's what tells you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buying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worth doing.</a:t>
            </a:r>
            <a:endParaRPr lang="en-US" sz="4600" dirty="0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you treat your hourly candles as your daily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candles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 whole new world opens up.</a:t>
            </a:r>
            <a:endParaRPr lang="en-US" sz="4000" dirty="0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now that you know the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reversing, we get to the next step:</a:t>
            </a:r>
            <a:endParaRPr lang="en-US" sz="4000" dirty="0"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482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2- Where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exactly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 I buy?</a:t>
            </a:r>
            <a:endParaRPr lang="en-US" sz="5200" dirty="0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Knowing it's turned still isn't a price… I need a spot to enter my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I've got 2, and I want them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together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first is the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 block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made in liquidity.</a:t>
            </a:r>
            <a:endParaRPr lang="en-US" sz="4600" dirty="0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endParaRPr lang="en-US" sz="1100" dirty="0"/>
          </a:p>
        </p:txBody>
      </p:sp>
      <p:pic>
        <p:nvPicPr>
          <p:cNvPr id="9" name="Image 0" descr="fu/ppt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1368" y="713232"/>
            <a:ext cx="5541264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26464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that one. Not that one. Not that one. This one.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32304"/>
            <a:ext cx="74980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this one? Because this is the candle that traded into the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liquidity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below the low…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86200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then we closed back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above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it.</a:t>
            </a:r>
            <a:endParaRPr lang="en-US" sz="2800" dirty="0"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60704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the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candle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that took everyone's stops…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66544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one the algorithm used to do the job.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2432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its body is my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level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46120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here's what people get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wrong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03904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don't buy when it closes. I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buy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when price comes back to it.</a:t>
            </a:r>
            <a:endParaRPr lang="en-US" sz="2800" dirty="0"/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other candle on that chart is just a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candle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... That one did something.</a:t>
            </a:r>
            <a:endParaRPr lang="en-US" sz="4000" dirty="0"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Now, the second entry is the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inverse gap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endParaRPr lang="en-US" sz="1100" dirty="0"/>
          </a:p>
        </p:txBody>
      </p:sp>
      <p:pic>
        <p:nvPicPr>
          <p:cNvPr id="9" name="Image 0" descr="fu/ppt/media/image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4288" y="704088"/>
            <a:ext cx="4535424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41882"/>
            <a:ext cx="74980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price moves fast it skips levels... It </a:t>
            </a:r>
            <a:pPr indent="0" marL="0">
              <a:buNone/>
            </a:pPr>
            <a:r>
              <a:rPr lang="en-US" sz="19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leaves</a:t>
            </a:r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 hole…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55648"/>
            <a:ext cx="7498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a gap.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217420"/>
            <a:ext cx="749808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market that genuinely wants to keep falling will come back into that hole and carry on down.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935224"/>
            <a:ext cx="7498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Watch</a:t>
            </a:r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396996"/>
            <a:ext cx="74980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comes back into it… And it doesn't carry on, it </a:t>
            </a:r>
            <a:pPr indent="0" marL="0">
              <a:buNone/>
            </a:pPr>
            <a:r>
              <a:rPr lang="en-US" sz="19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stops</a:t>
            </a:r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810762"/>
            <a:ext cx="749808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tried to go one way and it couldn't… That </a:t>
            </a:r>
            <a:pPr indent="0" marL="0">
              <a:buNone/>
            </a:pPr>
            <a:r>
              <a:rPr lang="en-US" sz="19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failure</a:t>
            </a:r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the signal.</a:t>
            </a:r>
            <a:endParaRPr lang="en-US" sz="1900" dirty="0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anything that forms in a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liquidity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pool, or at one, is very high probability.</a:t>
            </a:r>
            <a:endParaRPr lang="en-US" sz="4000" dirty="0"/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endParaRPr lang="en-US" sz="1100" dirty="0"/>
          </a:p>
        </p:txBody>
      </p:sp>
      <p:pic>
        <p:nvPicPr>
          <p:cNvPr id="9" name="Image 0" descr="fu/ppt/media/image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749808"/>
            <a:ext cx="58978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84732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 block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made in liquidity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06524"/>
            <a:ext cx="7498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Inverse gap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92324"/>
            <a:ext cx="7498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</a:t>
            </a:r>
            <a:pPr indent="0" marL="0">
              <a:buNone/>
            </a:pPr>
            <a:r>
              <a:rPr lang="en-US" sz="3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place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78124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entry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functions coming together…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99916"/>
            <a:ext cx="7498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where I'm </a:t>
            </a:r>
            <a:pPr indent="0" marL="0">
              <a:buNone/>
            </a:pPr>
            <a:r>
              <a:rPr lang="en-US" sz="3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buying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600" dirty="0"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64308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that's your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entry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93392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Did that make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sense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35224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Put a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yes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the chat.</a:t>
            </a:r>
            <a:endParaRPr lang="en-US" sz="5200" dirty="0"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Now, I want to be honest with you about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something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because it'll save you a lot of time.</a:t>
            </a:r>
            <a:endParaRPr lang="en-US" sz="4000" dirty="0"/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entry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the part everyone obsesses over.</a:t>
            </a:r>
            <a:endParaRPr lang="en-US" sz="4600" dirty="0"/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It's what most people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showed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up for...</a:t>
            </a:r>
            <a:endParaRPr lang="en-US" sz="4600" dirty="0"/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It's what nearly every trading video on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YouTube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about…</a:t>
            </a:r>
            <a:endParaRPr lang="en-US" sz="4000" dirty="0"/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But for us it's actually the least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important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thing I've shown you today.</a:t>
            </a:r>
            <a:endParaRPr lang="en-US" sz="4000" dirty="0"/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762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Because once you've eliminated one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direction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</a:t>
            </a:r>
            <a:endParaRPr lang="en-US" sz="4600" dirty="0"/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762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Once you know the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will go up or down…</a:t>
            </a:r>
            <a:endParaRPr lang="en-US" sz="4600" dirty="0"/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Entries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get easy, as you just saw.</a:t>
            </a:r>
            <a:endParaRPr lang="en-US" sz="4600" dirty="0"/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You'll find one… There's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always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one.</a:t>
            </a:r>
            <a:endParaRPr lang="en-US" sz="4600" dirty="0"/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57300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Does that make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sense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31236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Give me a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yes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the chat.</a:t>
            </a:r>
            <a:endParaRPr lang="en-US" sz="4600" dirty="0"/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173861"/>
            <a:ext cx="7498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at where you are now.</a:t>
            </a:r>
            <a:endParaRPr lang="en-US" sz="2500" dirty="0"/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173861"/>
            <a:ext cx="7498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at where you are now.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03095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You've got your 2 boxes.</a:t>
            </a:r>
            <a:endParaRPr lang="en-US" sz="2800" dirty="0"/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173861"/>
            <a:ext cx="7498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at where you are now.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03095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You've got your 2 boxes.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80335"/>
            <a:ext cx="7498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You've got your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direction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500" dirty="0"/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173861"/>
            <a:ext cx="7498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at where you are now.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03095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You've got your 2 boxes.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80335"/>
            <a:ext cx="7498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You've got your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direction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09569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You've got your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173861"/>
            <a:ext cx="7498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at where you are now.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03095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You've got your 2 boxes.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80335"/>
            <a:ext cx="7498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You've got your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direction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09569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You've got your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86809"/>
            <a:ext cx="7498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now you've got a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price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and you're in.</a:t>
            </a:r>
            <a:endParaRPr lang="en-US" sz="2500" dirty="0"/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means for the first time today, you've got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money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 the line.</a:t>
            </a:r>
            <a:endParaRPr lang="en-US" sz="4000" dirty="0"/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this is where it actually gets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Because from this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second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onwards you're not analysing anything…</a:t>
            </a:r>
            <a:endParaRPr lang="en-US" sz="4000" dirty="0"/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64308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You're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holding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762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Price is moving, and your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moving with it.</a:t>
            </a:r>
            <a:endParaRPr lang="en-US" sz="4600" dirty="0"/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5672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12448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2812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815468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step 4 is about exiting your trades properly - so you don’t lose your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money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no reason.</a:t>
            </a:r>
            <a:endParaRPr lang="en-US" sz="4000" dirty="0"/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indent="0" marL="0">
              <a:buNone/>
            </a:pPr>
            <a:r>
              <a:rPr lang="en-US" sz="110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017520"/>
            <a:ext cx="740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EXIT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566928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5000" dirty="0"/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482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now you're in your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trade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84248"/>
            <a:ext cx="749808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this step is shorter than you think, because you already know your target. You marked it back in step 2, it's the opposing end of the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this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only about one thing: what you do on the way there.</a:t>
            </a:r>
            <a:endParaRPr lang="en-US" sz="4000" dirty="0"/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I'll show you why that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matters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with the worst day I've ever had.</a:t>
            </a:r>
            <a:endParaRPr lang="en-US" sz="4000" dirty="0"/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17370"/>
            <a:ext cx="7498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6319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[The -$8,580 day. P&amp;L first. Sit on it. Then the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chart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.]</a:t>
            </a:r>
            <a:endParaRPr lang="en-US" sz="4000" dirty="0"/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Explain how you lost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$8,580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why it was your mistakes, not the system</a:t>
            </a:r>
            <a:endParaRPr lang="en-US" sz="4000" dirty="0"/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562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I still finished that month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green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because one bad day inside a repeatable process is just a bad day.</a:t>
            </a:r>
            <a:endParaRPr lang="en-US" sz="3200" dirty="0"/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45336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But that's the exact reason this step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exists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...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35224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here's what I do now, and it's 3 things.</a:t>
            </a:r>
            <a:endParaRPr lang="en-US" sz="4000" dirty="0"/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58824"/>
            <a:ext cx="58712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1-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483233" y="1258824"/>
            <a:ext cx="6837807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Stop goes below the low that just got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swept</a:t>
            </a:r>
            <a:endParaRPr lang="en-US" sz="2500" dirty="0"/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58824"/>
            <a:ext cx="58712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1-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483233" y="1258824"/>
            <a:ext cx="6837807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Stop goes below the low that just got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swept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82520"/>
            <a:ext cx="587121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2-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483233" y="2382520"/>
            <a:ext cx="683780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Then the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grades itself — 25, 50, 75</a:t>
            </a:r>
            <a:endParaRPr lang="en-US" sz="2500" dirty="0"/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58824"/>
            <a:ext cx="58712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1-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483233" y="1258824"/>
            <a:ext cx="6837807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Stop goes below the low that just got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swept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82520"/>
            <a:ext cx="587121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2-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483233" y="2382520"/>
            <a:ext cx="683780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Then the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grades itself — 25, 50, 75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099816"/>
            <a:ext cx="587121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3-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483233" y="3099816"/>
            <a:ext cx="683780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Take the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money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get out</a:t>
            </a:r>
            <a:endParaRPr lang="en-US" sz="2500" dirty="0"/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58824"/>
            <a:ext cx="58712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1-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483233" y="1258824"/>
            <a:ext cx="6837807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Stop goes below the low that just got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swept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82520"/>
            <a:ext cx="587121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2-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483233" y="2382520"/>
            <a:ext cx="683780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Then the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grades itself — 25, 50, 75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099816"/>
            <a:ext cx="587121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3-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483233" y="3099816"/>
            <a:ext cx="683780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Take the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money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get out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817112"/>
            <a:ext cx="58712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1-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483233" y="3817112"/>
            <a:ext cx="6837807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stop goes below the low that just got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swept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500" dirty="0"/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Below the low if you're buying, above the high if you're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selling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Because if price goes back through the level it just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cleared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the reason you're in has gone.</a:t>
            </a:r>
            <a:endParaRPr lang="en-US" sz="4000" dirty="0"/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2- Then the market grades itself on the way to your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endParaRPr lang="en-US" sz="1100" dirty="0"/>
          </a:p>
        </p:txBody>
      </p:sp>
      <p:pic>
        <p:nvPicPr>
          <p:cNvPr id="9" name="Image 0" descr="fu/ppt/media/image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" y="795528"/>
            <a:ext cx="8622792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115568"/>
            <a:ext cx="749808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Past 25, sentiment's beginning to shift and buyers are stepping in. That's my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confirmation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25446"/>
            <a:ext cx="74980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Past 50, the market has no need to come back to 25. That's where I move to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break even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35274"/>
            <a:ext cx="7498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 to 75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where I'm taking money off.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845052"/>
            <a:ext cx="74980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once it closes at 75, that's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exactly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where it should rally into the opposing end.</a:t>
            </a:r>
            <a:endParaRPr lang="en-US" sz="2500" dirty="0"/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notice what's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happening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there…</a:t>
            </a:r>
            <a:endParaRPr lang="en-US" sz="4600" dirty="0"/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24028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 not deciding anything on the way to my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either…</a:t>
            </a:r>
            <a:endParaRPr lang="en-US" sz="4000" dirty="0"/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market's grading itself and I'm just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reading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score.</a:t>
            </a:r>
            <a:endParaRPr lang="en-US" sz="4000" dirty="0"/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482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3- Take the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money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get out.</a:t>
            </a:r>
            <a:endParaRPr lang="en-US" sz="5200" dirty="0"/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24028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honestly, most days I'm not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waiting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all of that.</a:t>
            </a:r>
            <a:endParaRPr lang="en-US" sz="4000" dirty="0"/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easiest target is the opposing end, because I want to make my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money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get out.</a:t>
            </a:r>
            <a:endParaRPr lang="en-US" sz="4000" dirty="0"/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762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don't want to be sat inside the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too long.</a:t>
            </a:r>
            <a:endParaRPr lang="en-US" sz="4600" dirty="0"/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Normally it takes 10 to 15 minutes to hit take profit from the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9:30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open.</a:t>
            </a:r>
            <a:endParaRPr lang="en-US" sz="4000" dirty="0"/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you're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 minutes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and price is still sat at your entry, something's wrong.</a:t>
            </a:r>
            <a:endParaRPr lang="en-US" sz="4000" dirty="0"/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Because no one ever, and I mean ever, goes broke taking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profit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</a:t>
            </a:r>
            <a:endParaRPr lang="en-US" sz="4000" dirty="0"/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482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go broke taking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losses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last thing, because this is what real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trading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actually looks like.</a:t>
            </a:r>
            <a:endParaRPr lang="en-US" sz="4000" dirty="0"/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might buy that return to the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 block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get stopped out anyway… It happens to me.</a:t>
            </a:r>
            <a:endParaRPr lang="en-US" sz="4000" dirty="0"/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take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trades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the same direction.</a:t>
            </a:r>
            <a:endParaRPr lang="en-US" sz="4600" dirty="0"/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they're both wrong, then you're just wrong on the day, and you come back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tomorrow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482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It's a cost of doing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482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that's the whole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562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I want to say something before we go any further, because I know what some of you are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thinking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right now.</a:t>
            </a:r>
            <a:endParaRPr lang="en-US" sz="3200" dirty="0"/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64308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 felt like a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lot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80260"/>
            <a:ext cx="7498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Boxes, sweeps, rotations, order blocks, levels… and you're sat there wondering how you're supposed to hold all of that in your head at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9:30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the morning.</a:t>
            </a:r>
            <a:endParaRPr lang="en-US" sz="2500" dirty="0"/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let me take that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worry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off you right now.</a:t>
            </a:r>
            <a:endParaRPr lang="en-US" sz="4600" dirty="0"/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45336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You're not going to be doing 4 things…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35224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You're going to be doing 1 thing.</a:t>
            </a:r>
            <a:endParaRPr lang="en-US" sz="4000" dirty="0"/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Because in real time, all 4 of those steps happen inside about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minutes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</a:t>
            </a:r>
            <a:endParaRPr lang="en-US" sz="4000" dirty="0"/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762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they happen in the same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every single day.</a:t>
            </a:r>
            <a:endParaRPr lang="en-US" sz="4600" dirty="0"/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only feels like a lot because I've spent the last hour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pulling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it apart in slow motion.</a:t>
            </a:r>
            <a:endParaRPr lang="en-US" sz="4000" dirty="0"/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57300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Does that make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sense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31236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Give me a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yes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the chat.</a:t>
            </a:r>
            <a:endParaRPr lang="en-US" sz="4600" dirty="0"/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0136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here's what we're doing now.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23160"/>
            <a:ext cx="7498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 going to put up a new trade, and I'm going to run the whole thing start to finish at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normal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speed.</a:t>
            </a:r>
            <a:endParaRPr lang="en-US" sz="3200" dirty="0"/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42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here's what we're doing now.</a:t>
            </a:r>
            <a:endParaRPr lang="en-US" sz="4600" dirty="0"/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64308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Range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Bias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Entry Exit</a:t>
            </a:r>
            <a:endParaRPr lang="en-US" sz="5200" dirty="0"/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01368"/>
            <a:ext cx="7498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you can see what it actually looks like when it's not being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taught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 you…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4728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it's just being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traded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200" dirty="0"/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447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8673" y="237744"/>
            <a:ext cx="1325880" cy="0"/>
          </a:xfrm>
          <a:prstGeom prst="line">
            <a:avLst/>
          </a:prstGeom>
          <a:noFill/>
          <a:ln w="11430">
            <a:solidFill>
              <a:srgbClr val="129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56587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Shape 3"/>
          <p:cNvSpPr/>
          <p:nvPr/>
        </p:nvSpPr>
        <p:spPr>
          <a:xfrm>
            <a:off x="6741693" y="214884"/>
            <a:ext cx="45720" cy="457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84248"/>
            <a:ext cx="749808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then I'll show you 3 more trades I took that same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so you can watch the same thing happen over and over and over and over again.</a:t>
            </a:r>
            <a:endParaRPr lang="en-US" sz="2800" dirty="0"/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5</a:t>
            </a:r>
            <a:pPr indent="0" marL="0">
              <a:buNone/>
            </a:pPr>
            <a:r>
              <a:rPr lang="en-US" sz="1100" b="1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017520"/>
            <a:ext cx="740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TRADE EXAMPLES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566928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5000" dirty="0"/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that's the whole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</a:t>
            </a:r>
            <a:endParaRPr lang="en-US" sz="5200" dirty="0"/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ranges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literally dozens of my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have successfully replicated it.</a:t>
            </a:r>
            <a:endParaRPr lang="en-US" sz="4000" dirty="0"/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50008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TESTIMONIAL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DUMP</a:t>
            </a:r>
            <a:endParaRPr lang="en-US" sz="5200" dirty="0"/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3468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far on this free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workshop we've covered:</a:t>
            </a:r>
            <a:endParaRPr lang="en-US" sz="2800" dirty="0"/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3468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far on this free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workshop we've covered: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85340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420088" y="2085340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2 exact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ranges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trade, down to the minute, so you can go and mark them on your chart tomorrow morning.</a:t>
            </a:r>
            <a:endParaRPr lang="en-US" sz="1300" dirty="0"/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3468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far on this free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workshop we've covered: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85340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420088" y="2085340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2 exact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ranges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trade, down to the minute, so you can go and mark them on your chart tomorrow morning.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00020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20088" y="2700020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to get your direction from the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double break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so you know whether you're a buyer or a seller before the move happens instead of after it.</a:t>
            </a:r>
            <a:endParaRPr lang="en-US" sz="1300" dirty="0"/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3468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far on this free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workshop we've covered: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85340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420088" y="2085340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2 exact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ranges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trade, down to the minute, so you can go and mark them on your chart tomorrow morning.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00020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20088" y="2700020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to get your direction from the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double break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so you know whether you're a buyer or a seller before the move happens instead of after it.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14700"/>
            <a:ext cx="52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20088" y="3314700"/>
            <a:ext cx="690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exact entry I take most days, right down to which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candle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 your chart it is.</a:t>
            </a:r>
            <a:endParaRPr lang="en-US" sz="1300" dirty="0"/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3468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far on this free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workshop we've covered: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85340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420088" y="2085340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2 exact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ranges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trade, down to the minute, so you can go and mark them on your chart tomorrow morning.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00020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20088" y="2700020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to get your direction from the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double break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so you know whether you're a buyer or a seller before the move happens instead of after it.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14700"/>
            <a:ext cx="52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20088" y="3314700"/>
            <a:ext cx="690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exact entry I take most days, right down to which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candle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 your chart it is.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99332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20088" y="3799332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your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stop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goes, when to move it, and how to grade the swing at 25, 50 and 75 so the trade manages itself instead of you managing it.</a:t>
            </a:r>
            <a:endParaRPr lang="en-US" sz="1300" dirty="0"/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3468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far on this free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workshop we've covered: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85340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420088" y="2085340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2 exact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ranges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trade, down to the minute, so you can go and mark them on your chart tomorrow morning.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00020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20088" y="2700020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to get your direction from the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double break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so you know whether you're a buyer or a seller before the move happens instead of after it.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14700"/>
            <a:ext cx="52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20088" y="3314700"/>
            <a:ext cx="690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exact entry I take most days, right down to which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candle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 your chart it is.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99332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20088" y="3799332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your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stop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goes, when to move it, and how to grade the swing at 25, 50 and 75 so the trade manages itself instead of you managing it.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414012"/>
            <a:ext cx="523976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20088" y="4414012"/>
            <a:ext cx="69009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trades from start to finish, on 5 different days, with third party </a:t>
            </a:r>
            <a:pPr indent="0" marL="0">
              <a:buNone/>
            </a:pPr>
            <a:r>
              <a:rPr lang="en-US" sz="13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behind them.</a:t>
            </a:r>
            <a:endParaRPr lang="en-US" sz="1300" dirty="0"/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Knowing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what you know now:</a:t>
            </a:r>
            <a:endParaRPr lang="en-US" sz="5200" dirty="0"/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you see how this is different to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else you've tried?</a:t>
            </a:r>
            <a:endParaRPr lang="en-US" sz="4000" dirty="0"/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 you see yourself sitting down at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9:29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tomorrow and actually running this?</a:t>
            </a:r>
            <a:endParaRPr lang="en-US" sz="4000" dirty="0"/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419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you see how this takes the decision out of your hands, so there's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nothing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left for you to be disciplined about?</a:t>
            </a:r>
            <a:endParaRPr lang="en-US" sz="3200" dirty="0"/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97964"/>
            <a:ext cx="7498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 if you use just a tiny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fraction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of what I showed you, would you say our time was well spent?</a:t>
            </a:r>
            <a:endParaRPr lang="en-US" sz="3200" dirty="0"/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419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Would you like to spend even more time together, going even deeper on how to trade these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ranges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properly?</a:t>
            </a:r>
            <a:endParaRPr lang="en-US" sz="3200" dirty="0"/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Drop a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"Yes"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the chat.</a:t>
            </a:r>
            <a:endParaRPr lang="en-US" sz="5200" dirty="0"/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Now, here's the thing...</a:t>
            </a:r>
            <a:endParaRPr lang="en-US" sz="5200" dirty="0"/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419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 if we had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hours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together instead of just 60 minutes, it'd still be tough to pack everything I know into one training.</a:t>
            </a:r>
            <a:endParaRPr lang="en-US" sz="3200" dirty="0"/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419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Because what I gave you today, as valuable as you've just told me it was, is genuinely the tip of the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iceberg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200" dirty="0"/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619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example, I trade more than 2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ranges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Those 2 are just the ones I can give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away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2 I gave you work, as you just saw… But there are a lot of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people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that are now using it…</a:t>
            </a:r>
            <a:endParaRPr lang="en-US" sz="4000" dirty="0"/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a few thousand more people trading them changes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nothing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97964"/>
            <a:ext cx="7498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other ones we use are private to me and my mentees, simply to keep them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secure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predictable.</a:t>
            </a:r>
            <a:endParaRPr lang="en-US" sz="3200" dirty="0"/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They literally sign an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NDA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it… we want to keep them protected.</a:t>
            </a:r>
            <a:endParaRPr lang="en-US" sz="4000" dirty="0"/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means what I showed you today is the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version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can give to anyone.</a:t>
            </a:r>
            <a:endParaRPr lang="en-US" sz="4000" dirty="0"/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619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if you liked that, you'll love what I've got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I basically had 2 choices while creating this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class for you...</a:t>
            </a:r>
            <a:endParaRPr lang="en-US" sz="4000" dirty="0"/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50008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first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is:</a:t>
            </a:r>
            <a:endParaRPr lang="en-US" sz="5200" dirty="0"/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share what I've covered today, we part ways, and you try to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figure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out the rest on your own.</a:t>
            </a:r>
            <a:endParaRPr lang="en-US" sz="4000" dirty="0"/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don’t get me wrong… you could definitely go and make some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profits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with it…</a:t>
            </a:r>
            <a:endParaRPr lang="en-US" sz="4000" dirty="0"/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I’ve gotten so many messages from people making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profits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from my free course…</a:t>
            </a:r>
            <a:endParaRPr lang="en-US" sz="4000" dirty="0"/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this was much more in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depth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50008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it’s a nice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3444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BUT…</a:t>
            </a:r>
            <a:endParaRPr lang="en-US" sz="13000" dirty="0"/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second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option was:</a:t>
            </a:r>
            <a:endParaRPr lang="en-US" sz="5200" dirty="0"/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051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could take a more active role and responsibility, and ACTUALLY give you </a:t>
            </a:r>
            <a:pPr indent="0" marL="0">
              <a:buNone/>
            </a:pPr>
            <a:r>
              <a:rPr lang="en-US" sz="2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you need to help you:</a:t>
            </a:r>
            <a:endParaRPr lang="en-US" sz="2000" dirty="0"/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051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could take a more active role and responsibility, and ACTUALLY give you </a:t>
            </a:r>
            <a:pPr indent="0" marL="0">
              <a:buNone/>
            </a:pPr>
            <a:r>
              <a:rPr lang="en-US" sz="2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you need to help you: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11020"/>
            <a:ext cx="607237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1-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03349" y="1811020"/>
            <a:ext cx="6817691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the rest of my secure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ranges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 the parts of this I genuinely can't put out publicly…</a:t>
            </a:r>
            <a:endParaRPr lang="en-US" sz="1400" dirty="0"/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051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could take a more active role and responsibility, and ACTUALLY give you </a:t>
            </a:r>
            <a:pPr indent="0" marL="0">
              <a:buNone/>
            </a:pPr>
            <a:r>
              <a:rPr lang="en-US" sz="2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you need to help you: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11020"/>
            <a:ext cx="607237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1-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03349" y="1811020"/>
            <a:ext cx="6817691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the rest of my secure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ranges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 the parts of this I genuinely can't put out publicly…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58212"/>
            <a:ext cx="607237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2-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3349" y="2458212"/>
            <a:ext cx="6817691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Execute it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consistently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with me going through your actual trades with you every week…</a:t>
            </a:r>
            <a:endParaRPr lang="en-US" sz="1400" dirty="0"/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051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could take a more active role and responsibility, and ACTUALLY give you </a:t>
            </a:r>
            <a:pPr indent="0" marL="0">
              <a:buNone/>
            </a:pPr>
            <a:r>
              <a:rPr lang="en-US" sz="2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you need to help you: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11020"/>
            <a:ext cx="607237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1-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03349" y="1811020"/>
            <a:ext cx="6817691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the rest of my secure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ranges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 the parts of this I genuinely can't put out publicly…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58212"/>
            <a:ext cx="607237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2-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3349" y="2458212"/>
            <a:ext cx="6817691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Execute it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consistently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with me going through your actual trades with you every week…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5404"/>
            <a:ext cx="607237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3-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03349" y="3105404"/>
            <a:ext cx="6817691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Watch me take these trades live, 3 times a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 so you're seeing it happen in real time instead of hearing about it after…</a:t>
            </a:r>
            <a:endParaRPr lang="en-US" sz="1400" dirty="0"/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051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could take a more active role and responsibility, and ACTUALLY give you </a:t>
            </a:r>
            <a:pPr indent="0" marL="0">
              <a:buNone/>
            </a:pPr>
            <a:r>
              <a:rPr lang="en-US" sz="2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you need to help you: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11020"/>
            <a:ext cx="607237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1-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03349" y="1811020"/>
            <a:ext cx="6817691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the rest of my secure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ranges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 the parts of this I genuinely can't put out publicly…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58212"/>
            <a:ext cx="607237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2-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3349" y="2458212"/>
            <a:ext cx="6817691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Execute it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consistently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with me going through your actual trades with you every week…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5404"/>
            <a:ext cx="607237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3-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03349" y="3105404"/>
            <a:ext cx="6817691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Watch me take these trades live, 3 times a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 so you're seeing it happen in real time instead of hearing about it after…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52596"/>
            <a:ext cx="607237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4-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03349" y="3752596"/>
            <a:ext cx="6817691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Learn the exact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 firm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rules and risk settings that get you approved and keep you funded…</a:t>
            </a:r>
            <a:endParaRPr lang="en-US" sz="1400" dirty="0"/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051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could take a more active role and responsibility, and ACTUALLY give you </a:t>
            </a:r>
            <a:pPr indent="0" marL="0">
              <a:buNone/>
            </a:pPr>
            <a:r>
              <a:rPr lang="en-US" sz="2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you need to help you: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11020"/>
            <a:ext cx="607237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1-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03349" y="1811020"/>
            <a:ext cx="6817691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the rest of my secure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ranges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 the parts of this I genuinely can't put out publicly…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58212"/>
            <a:ext cx="607237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2-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3349" y="2458212"/>
            <a:ext cx="6817691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Execute it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consistently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with me going through your actual trades with you every week…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5404"/>
            <a:ext cx="607237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3-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03349" y="3105404"/>
            <a:ext cx="6817691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Watch me take these trades live, 3 times a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 so you're seeing it happen in real time instead of hearing about it after…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52596"/>
            <a:ext cx="607237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4-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03349" y="3752596"/>
            <a:ext cx="6817691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Learn the exact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 firm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rules and risk settings that get you approved and keep you funded…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99788"/>
            <a:ext cx="607237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5-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03349" y="4399788"/>
            <a:ext cx="6817691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 down with me one on one every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weeks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go through your own charts…</a:t>
            </a:r>
            <a:endParaRPr lang="en-US" sz="1400" dirty="0"/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option makes more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sense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 you?</a:t>
            </a:r>
            <a:endParaRPr lang="en-US" sz="4600" dirty="0"/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or 2?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Type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it in the chat.</a:t>
            </a:r>
            <a:endParaRPr lang="en-US" sz="5200" dirty="0"/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you mind if I take a couple minutes to show you something I built that does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exactly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that?</a:t>
            </a:r>
            <a:endParaRPr lang="en-US" sz="4000" dirty="0"/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59052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Introducing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-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00884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Ranges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Academy.</a:t>
            </a:r>
            <a:endParaRPr lang="en-US" sz="4600" dirty="0"/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419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Academy is the 1on1 mentorship program I built to walk you through this entire process…</a:t>
            </a:r>
            <a:endParaRPr lang="en-US" sz="3200" dirty="0"/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help you become a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consistently profitable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funded trader.</a:t>
            </a:r>
            <a:endParaRPr lang="en-US" sz="4000" dirty="0"/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2598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actually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guarantee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that, so there's zero risk on your end.</a:t>
            </a:r>
            <a:endParaRPr lang="en-US" sz="4000" dirty="0"/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We'll get to that in a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second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But before that, let me explain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exactly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how the whole thing works.</a:t>
            </a:r>
            <a:endParaRPr lang="en-US" sz="4000" dirty="0"/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I want to be really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clear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about what this is and what it isn't.</a:t>
            </a:r>
            <a:endParaRPr lang="en-US" sz="4000" dirty="0"/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50008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NOT a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course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isn't some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Discord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where you get dropped in and left to watch videos on your own.</a:t>
            </a:r>
            <a:endParaRPr lang="en-US" sz="4000" dirty="0"/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hands-on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mentorship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419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 personally taking you through all of it, and making sure you can execute the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TBR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consistently and profitably.</a:t>
            </a:r>
            <a:endParaRPr lang="en-US" sz="3200" dirty="0"/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how does the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TBR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Academy actually work?</a:t>
            </a:r>
            <a:endParaRPr lang="en-US" sz="4600" dirty="0"/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It's a 12-week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intensive bootcamp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</a:t>
            </a:r>
            <a:endParaRPr lang="en-US" sz="4600" dirty="0"/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4600" dirty="0"/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619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you touch anything, we get on a call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together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want to see where you're actually at…</a:t>
            </a:r>
            <a:endParaRPr lang="en-US" sz="4600" dirty="0"/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419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you're trading now, what account you're on, how much time you've got in the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morning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and what's been going wrong.</a:t>
            </a:r>
            <a:endParaRPr lang="en-US" sz="3200" dirty="0"/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there I’ll identify and help you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“unlearn”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stuff that’s been holding you back…</a:t>
            </a:r>
            <a:endParaRPr lang="en-US" sz="4000" dirty="0"/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map it out the plan for the next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weeks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come off that call knowing exactly what you're doing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tomorrow morning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434590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41173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2212848" y="2411730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4600" dirty="0"/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Including the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ranges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can't put online.</a:t>
            </a:r>
            <a:endParaRPr lang="en-US" sz="4600" dirty="0"/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second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you're in, you get all of it.</a:t>
            </a:r>
            <a:endParaRPr lang="en-US" sz="4600" dirty="0"/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trade, not just the 2 I gave you today.</a:t>
            </a:r>
            <a:endParaRPr lang="en-US" sz="4000" dirty="0"/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419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the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NDA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mentioned, you sign it, and then you're sat at the same windows I'm sat at every morning.</a:t>
            </a:r>
            <a:endParaRPr lang="en-US" sz="3200" dirty="0"/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also get the full A-Z model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course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419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Foundations and framework, reading context and bias,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liquidity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market structure, and putting it all together.</a:t>
            </a:r>
            <a:endParaRPr lang="en-US" sz="3200" dirty="0"/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419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Plus Revealing Of The Veil, which is the deeper framework side of it, and the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workbooks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that go with every module.</a:t>
            </a:r>
            <a:endParaRPr lang="en-US" sz="3200" dirty="0"/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there's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nothing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I'm holding back from you.</a:t>
            </a:r>
            <a:endParaRPr lang="en-US" sz="4600" dirty="0"/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50008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get what I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61438"/>
            <a:ext cx="0" cy="420624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269998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2315718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0141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212848" y="2201418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644902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62204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2622042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500" dirty="0"/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74980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4200" dirty="0"/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mornings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 week, I'm live, on my own account, in front of you.</a:t>
            </a:r>
            <a:endParaRPr lang="en-US" sz="4000" dirty="0"/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419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You're watching me mark the range, wait for the break, and take the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entry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while it's actually happening.</a:t>
            </a:r>
            <a:endParaRPr lang="en-US" sz="3200" dirty="0"/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super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valuable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</a:t>
            </a:r>
            <a:endParaRPr lang="en-US" sz="5200" dirty="0"/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can't learn to time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something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from a video.</a:t>
            </a:r>
            <a:endParaRPr lang="en-US" sz="4600" dirty="0"/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learn it by watching somebody do it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over and over.</a:t>
            </a:r>
            <a:endParaRPr lang="en-US" sz="4000" dirty="0"/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times a week, for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weeks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that's 36 mornings of watching this get traded in real time.</a:t>
            </a:r>
            <a:endParaRPr lang="en-US" sz="4000" dirty="0"/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151126"/>
            <a:ext cx="0" cy="841248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059686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2105406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9110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212848" y="1991106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80310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52603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41173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212848" y="2411730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2855214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83235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12848" y="2832354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500" dirty="0"/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 calls.</a:t>
            </a:r>
            <a:endParaRPr lang="en-US" sz="4600" dirty="0"/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where we go through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that happened that week.</a:t>
            </a:r>
            <a:endParaRPr lang="en-US" sz="4000" dirty="0"/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trades you took, the trades you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missed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the ones you weren't sure about.</a:t>
            </a:r>
            <a:endParaRPr lang="en-US" sz="4000" dirty="0"/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bring your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charts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we put them up, and we go through them properly.</a:t>
            </a:r>
            <a:endParaRPr lang="en-US" sz="4000" dirty="0"/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619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you're not just learning from your own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You're in a room with people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running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exact same model…</a:t>
            </a:r>
            <a:endParaRPr lang="en-US" sz="4000" dirty="0"/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97964"/>
            <a:ext cx="7498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you're seeing the same mistakes and the same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from multiple different angles instead of 1.</a:t>
            </a:r>
            <a:endParaRPr lang="en-US" sz="3200" dirty="0"/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940814"/>
            <a:ext cx="0" cy="1261872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849374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895094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8079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212848" y="1780794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269998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315718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20141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212848" y="2201418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690622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736342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262204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212848" y="2622042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3065526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04266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212848" y="3042666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 calls.</a:t>
            </a:r>
            <a:endParaRPr lang="en-US" sz="1500" dirty="0"/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7498080" cy="1824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private community, my weekly blueprint, and my market commentaries.</a:t>
            </a:r>
            <a:endParaRPr lang="en-US" sz="3800" dirty="0"/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community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isn't a dead Discord full of people posting rocket emojis.</a:t>
            </a:r>
            <a:endParaRPr lang="en-US" sz="4000" dirty="0"/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It's traders running this model right now, every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morning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together.</a:t>
            </a:r>
            <a:endParaRPr lang="en-US" sz="4000" dirty="0"/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419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week I post my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blueprint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the week ahead, so you know what I'm watching before the week starts.</a:t>
            </a:r>
            <a:endParaRPr lang="en-US" sz="3200" dirty="0"/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419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my market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commentaries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throughout, so when something unusual happens you're not sat there guessing what it meant.</a:t>
            </a:r>
            <a:endParaRPr lang="en-US" sz="3200" dirty="0"/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0502"/>
            <a:ext cx="0" cy="1682496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639062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684782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57048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12848" y="1570482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59686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105406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199110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12848" y="1991106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80310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52603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241173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212848" y="2411730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900934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2946654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283235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212848" y="2832354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 calls.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275838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325297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212848" y="3252978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private community, my weekly blueprint, and my market commentaries.</a:t>
            </a:r>
            <a:endParaRPr lang="en-US" sz="1200" dirty="0"/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38962"/>
            <a:ext cx="7498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Now, </a:t>
            </a:r>
            <a:pPr indent="0" marL="0">
              <a:buNone/>
            </a:pPr>
            <a:r>
              <a:rPr lang="en-US" sz="2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I've just walked you through…</a:t>
            </a:r>
            <a:endParaRPr lang="en-US" sz="2200" dirty="0"/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38962"/>
            <a:ext cx="7498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Now, </a:t>
            </a:r>
            <a:pPr indent="0" marL="0">
              <a:buNone/>
            </a:pPr>
            <a:r>
              <a:rPr lang="en-US" sz="2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I've just walked you through…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20190"/>
            <a:ext cx="7498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full model with every range I trade.</a:t>
            </a:r>
            <a:endParaRPr lang="en-US" sz="2200" dirty="0"/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38962"/>
            <a:ext cx="7498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Now, </a:t>
            </a:r>
            <a:pPr indent="0" marL="0">
              <a:buNone/>
            </a:pPr>
            <a:r>
              <a:rPr lang="en-US" sz="2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I've just walked you through…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20190"/>
            <a:ext cx="7498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full model with every range I trade.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01418"/>
            <a:ext cx="7498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3 live sessions a week.</a:t>
            </a:r>
            <a:endParaRPr lang="en-US" sz="2200" dirty="0"/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38962"/>
            <a:ext cx="7498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Now, </a:t>
            </a:r>
            <a:pPr indent="0" marL="0">
              <a:buNone/>
            </a:pPr>
            <a:r>
              <a:rPr lang="en-US" sz="2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I've just walked you through…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20190"/>
            <a:ext cx="7498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full model with every range I trade.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01418"/>
            <a:ext cx="7498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3 live sessions a week.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2646"/>
            <a:ext cx="7498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weekly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coaching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500" dirty="0"/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38962"/>
            <a:ext cx="7498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Now, </a:t>
            </a:r>
            <a:pPr indent="0" marL="0">
              <a:buNone/>
            </a:pPr>
            <a:r>
              <a:rPr lang="en-US" sz="2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I've just walked you through…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20190"/>
            <a:ext cx="7498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full model with every range I trade.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01418"/>
            <a:ext cx="7498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3 live sessions a week.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2646"/>
            <a:ext cx="7498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weekly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coaching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7498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community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500" dirty="0"/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38962"/>
            <a:ext cx="7498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Now, </a:t>
            </a:r>
            <a:pPr indent="0" marL="0">
              <a:buNone/>
            </a:pPr>
            <a:r>
              <a:rPr lang="en-US" sz="2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I've just walked you through…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20190"/>
            <a:ext cx="7498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full model with every range I trade.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01418"/>
            <a:ext cx="7498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3 live sessions a week.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2646"/>
            <a:ext cx="7498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weekly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coaching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7498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pPr indent="0" marL="0">
              <a:buNone/>
            </a:pPr>
            <a:r>
              <a:rPr lang="en-US" sz="2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community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41114"/>
            <a:ext cx="7498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 is already an </a:t>
            </a:r>
            <a:pPr indent="0" marL="0">
              <a:buNone/>
            </a:pPr>
            <a:r>
              <a:rPr lang="en-US" sz="2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enormous</a:t>
            </a:r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amount of support.</a:t>
            </a:r>
            <a:endParaRPr lang="en-US" sz="2200" dirty="0"/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most of the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showed you at the start of today?</a:t>
            </a:r>
            <a:endParaRPr lang="en-US" sz="4000" dirty="0"/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They had exactly that, and nothing else, and they still got those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But since you're here with me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right now…</a:t>
            </a:r>
            <a:endParaRPr lang="en-US" sz="4600" dirty="0"/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decided to add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bonuses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 top of it.</a:t>
            </a:r>
            <a:endParaRPr lang="en-US" sz="4600" dirty="0"/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69948"/>
            <a:ext cx="749808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I'm doing it this way on purpose, because every one of these solves a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specific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problem I already know you're going to run into.</a:t>
            </a:r>
            <a:endParaRPr lang="en-US" sz="2800" dirty="0"/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1: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74980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Scaling Phase - 3 extra months with me FOR FREE.</a:t>
            </a:r>
            <a:endParaRPr lang="en-US" sz="4200" dirty="0"/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Now, don’t get me wrong…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weeks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enough to make you good at this.</a:t>
            </a:r>
            <a:endParaRPr lang="en-US" sz="4000" dirty="0"/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I've seen it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happen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over and over.</a:t>
            </a:r>
            <a:endParaRPr lang="en-US" sz="4600" dirty="0"/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97964"/>
            <a:ext cx="7498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But week 12 is also exactly where some traders start doing well and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immediately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get in their own way.</a:t>
            </a:r>
            <a:endParaRPr lang="en-US" sz="3200" dirty="0"/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69948"/>
            <a:ext cx="749808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You've got a couple of green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you start sizing up, and that's the point where you either go full time or keep struggling with inconsistency.</a:t>
            </a:r>
            <a:endParaRPr lang="en-US" sz="2800" dirty="0"/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if you're in today, you don't stop at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12.</a:t>
            </a:r>
            <a:endParaRPr lang="en-US" sz="4600" dirty="0"/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get another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months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with me on the other side of it, while you're actually scaling.</a:t>
            </a:r>
            <a:endParaRPr lang="en-US" sz="4000" dirty="0"/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coaching, the live sessions, the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community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all of it continues.</a:t>
            </a:r>
            <a:endParaRPr lang="en-US" sz="4000" dirty="0"/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520190"/>
            <a:ext cx="0" cy="2103120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28750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47447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36017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12848" y="1360170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49374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895094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178079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12848" y="1780794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269998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315718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220141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212848" y="2201418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690622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2736342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262204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212848" y="2622042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 calls.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111246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156966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04266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212848" y="3042666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private community, my weekly blueprint, and my market commentaries.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3486150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346329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1: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212848" y="3463290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Scaling Phase - 3 extra months with me FOR FREE.</a:t>
            </a:r>
            <a:endParaRPr lang="en-US" sz="1200" dirty="0"/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2: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I'll pay for your first prop firm challenge myself.</a:t>
            </a:r>
            <a:endParaRPr lang="en-US" sz="4600" dirty="0"/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619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Almost everybody comes to me wanting a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funded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account…</a:t>
            </a:r>
            <a:endParaRPr lang="en-US" sz="4600" dirty="0"/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almost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everybody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has the same story.</a:t>
            </a:r>
            <a:endParaRPr lang="en-US" sz="4600" dirty="0"/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They paid for a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challenge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before they were ready, they failed it on day 4, and they paid again.</a:t>
            </a:r>
            <a:endParaRPr lang="en-US" sz="4000" dirty="0"/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3444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again.</a:t>
            </a:r>
            <a:endParaRPr lang="en-US" sz="10000" dirty="0"/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few hundred dollars a go, and every failed one makes you a bit more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scared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of the next.</a:t>
            </a:r>
            <a:endParaRPr lang="en-US" sz="4000" dirty="0"/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50008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we do it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differently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don't touch a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challenge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until I say you're ready for one.</a:t>
            </a:r>
            <a:endParaRPr lang="en-US" sz="4000" dirty="0"/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when I do say it, I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it.</a:t>
            </a:r>
            <a:endParaRPr lang="en-US" sz="4600" dirty="0"/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 of my own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pocket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Because if I'm telling you you're ready, I should be the one taking the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 that, not you.</a:t>
            </a:r>
            <a:endParaRPr lang="en-US" sz="4000" dirty="0"/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09878"/>
            <a:ext cx="0" cy="2523744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218438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264158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14985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12848" y="1149858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39062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684782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157048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12848" y="1570482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059686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105406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199110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212848" y="1991106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480310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252603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241173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212848" y="2411730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 calls.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2900934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6654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283235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212848" y="2832354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private community, my weekly blueprint, and my market commentaries.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321558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3367278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325297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1: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212848" y="3252978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Scaling Phase - 3 extra months with me FOR FREE.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" y="3696462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367360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2: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212848" y="3673602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I'll pay for your first prop firm challenge myself.</a:t>
            </a:r>
            <a:endParaRPr lang="en-US" sz="1200" dirty="0"/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3: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Unlimited 1on1 DM access to me.</a:t>
            </a:r>
            <a:endParaRPr lang="en-US" sz="4600" dirty="0"/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the whole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program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419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know the feeling of taking a trade and then sitting there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afterwards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not sure whether you actually did it right?</a:t>
            </a:r>
            <a:endParaRPr lang="en-US" sz="3200" dirty="0"/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97964"/>
            <a:ext cx="7498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Green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or red, it doesn't matter, you genuinely can't tell if you followed the model or got away with it.</a:t>
            </a:r>
            <a:endParaRPr lang="en-US" sz="3200" dirty="0"/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97964"/>
            <a:ext cx="7498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the thing that keeps people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stuck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years, because you can't fix something you can't see.</a:t>
            </a:r>
            <a:endParaRPr lang="en-US" sz="3200" dirty="0"/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50008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you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send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it to me.</a:t>
            </a:r>
            <a:endParaRPr lang="en-US" sz="5200" dirty="0"/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chart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what you did, why you did it.</a:t>
            </a:r>
            <a:endParaRPr lang="en-US" sz="4600" dirty="0"/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I'll tell you what actually happened, which is usually not what you thought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happened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68680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I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mean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me.</a:t>
            </a:r>
            <a:endParaRPr lang="en-US" sz="5200" dirty="0"/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68680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I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mean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me.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a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chatbot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not a coach I hired.</a:t>
            </a:r>
            <a:endParaRPr lang="en-US" sz="4600" dirty="0"/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68680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I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mean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me.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a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chatbot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not a coach I hired.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31336"/>
            <a:ext cx="7498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Me.</a:t>
            </a:r>
            <a:endParaRPr lang="en-US" sz="5200" dirty="0"/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9566"/>
            <a:ext cx="0" cy="2944368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008126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053846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93954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12848" y="939546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428750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7447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136017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12848" y="1360170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849374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895094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178079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212848" y="1780794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269998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2315718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220141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212848" y="2201418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 calls.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2690622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736342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262204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212848" y="2622042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private community, my weekly blueprint, and my market commentaries.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111246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3156966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304266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1: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212848" y="3042666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Scaling Phase - 3 extra months with me FOR FREE.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3531870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357759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346329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2: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212848" y="3463290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I'll pay for your first prop firm challenge myself.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3906774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4400" y="388391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3: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212848" y="3883914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Unlimited 1on1 DM access to me.</a:t>
            </a:r>
            <a:endParaRPr lang="en-US" sz="1200" dirty="0"/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now the one I've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saved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last.</a:t>
            </a:r>
            <a:endParaRPr lang="en-US" sz="4600" dirty="0"/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Because this is the one that makes the biggest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difference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by a mile.</a:t>
            </a:r>
            <a:endParaRPr lang="en-US" sz="4000" dirty="0"/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4: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 weekly 1on1 calls with me</a:t>
            </a:r>
            <a:endParaRPr lang="en-US" sz="4600" dirty="0"/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Everyone in this industry loves the words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"1 on 1"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419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then it turns out to be a call with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200 people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 it where you might get to ask one question if you're quick enough.</a:t>
            </a:r>
            <a:endParaRPr lang="en-US" sz="3200" dirty="0"/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not what this is.</a:t>
            </a:r>
            <a:endParaRPr lang="en-US" sz="5200" dirty="0"/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the first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months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every 2 weeks you and I get on a call.</a:t>
            </a:r>
            <a:endParaRPr lang="en-US" sz="4000" dirty="0"/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go through your last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weeks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properly.</a:t>
            </a:r>
            <a:endParaRPr lang="en-US" sz="4600" dirty="0"/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97964"/>
            <a:ext cx="7498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 took, what you skipped, where your sizing is, what's actually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stopping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you from moving forward.</a:t>
            </a:r>
            <a:endParaRPr lang="en-US" sz="3200" dirty="0"/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then you leave that call knowing exactly what you're working on for the next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weeks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top of the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sessions.</a:t>
            </a:r>
            <a:endParaRPr lang="en-US" sz="5200" dirty="0"/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top of the weekly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coaching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619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top of being able to message me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whenever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you want.</a:t>
            </a:r>
            <a:endParaRPr lang="en-US" sz="4600" dirty="0"/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built it this way because I wanted it to be genuinely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unreasonable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you not to make it.</a:t>
            </a:r>
            <a:endParaRPr lang="en-US" sz="4000" dirty="0"/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89254"/>
            <a:ext cx="0" cy="3364992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797814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843534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72923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12848" y="729234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218438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264158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114985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12848" y="1149858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639062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84782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157048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212848" y="1570482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059686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2105406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199110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212848" y="1991106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 calls.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2480310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52603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241173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212848" y="2411730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private community, my weekly blueprint, and my market commentaries.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2900934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2946654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283235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1: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212848" y="2832354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Scaling Phase - 3 extra months with me FOR FREE.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3321558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3367278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325297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2: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212848" y="3252978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I'll pay for your first prop firm challenge myself.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3742182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3787902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14400" y="367360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3: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212848" y="3673602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Unlimited 1on1 DM access to me.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94360" y="4117086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14400" y="409422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4: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2212848" y="4094226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 weekly 1on1 calls with me</a:t>
            </a:r>
            <a:endParaRPr lang="en-US" sz="1200" dirty="0"/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Now, here's the part I said we'd come back to… the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guarantee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69948"/>
            <a:ext cx="749808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you go through the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months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with me and you're still not consistently profitable, and you still haven't passed a prop firm challenge…</a:t>
            </a:r>
            <a:endParaRPr lang="en-US" sz="2800" dirty="0"/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00100"/>
            <a:ext cx="7498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keep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working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with you.</a:t>
            </a:r>
            <a:endParaRPr lang="en-US" sz="4600" dirty="0"/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00100"/>
            <a:ext cx="7498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keep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working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with you.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65376"/>
            <a:ext cx="7498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Personally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00100"/>
            <a:ext cx="7498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keep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working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with you.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65376"/>
            <a:ext cx="7498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Personally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30652"/>
            <a:ext cx="7498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free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00100"/>
            <a:ext cx="7498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keep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working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with you.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65376"/>
            <a:ext cx="7498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Personally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30652"/>
            <a:ext cx="7498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free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95928"/>
            <a:ext cx="7498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Until you're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funded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419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I want to tell you why I can offer that, because a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guarantee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this strong usually makes people suspicious, and it should.</a:t>
            </a:r>
            <a:endParaRPr lang="en-US" sz="3200" dirty="0"/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28116"/>
            <a:ext cx="7498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It's because I'm not letting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200 people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in.</a:t>
            </a:r>
            <a:endParaRPr lang="en-US" sz="3200" dirty="0"/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28116"/>
            <a:ext cx="7498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It's because I'm not letting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200 people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1428"/>
            <a:ext cx="7498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 on the </a:t>
            </a:r>
            <a:pPr indent="0" marL="0">
              <a:buNone/>
            </a:pPr>
            <a:r>
              <a:rPr lang="en-US" sz="3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sessions.</a:t>
            </a:r>
            <a:endParaRPr lang="en-US" sz="3600" dirty="0"/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28116"/>
            <a:ext cx="7498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It's because I'm not letting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200 people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1428"/>
            <a:ext cx="7498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 on the </a:t>
            </a:r>
            <a:pPr indent="0" marL="0">
              <a:buNone/>
            </a:pPr>
            <a:r>
              <a:rPr lang="en-US" sz="3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sessions.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86684"/>
            <a:ext cx="7498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 on your </a:t>
            </a:r>
            <a:pPr indent="0" marL="0">
              <a:buNone/>
            </a:pPr>
            <a:r>
              <a:rPr lang="en-US" sz="3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calls.</a:t>
            </a:r>
            <a:endParaRPr lang="en-US" sz="3600" dirty="0"/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28116"/>
            <a:ext cx="7498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It's because I'm not letting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200 people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1428"/>
            <a:ext cx="7498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 on the </a:t>
            </a:r>
            <a:pPr indent="0" marL="0">
              <a:buNone/>
            </a:pPr>
            <a:r>
              <a:rPr lang="en-US" sz="3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sessions.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86684"/>
            <a:ext cx="7498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 on your </a:t>
            </a:r>
            <a:pPr indent="0" marL="0">
              <a:buNone/>
            </a:pPr>
            <a:r>
              <a:rPr lang="en-US" sz="3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calls.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09194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 the one answering your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200" dirty="0"/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There is a hard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 how many people I can do that for…</a:t>
            </a:r>
            <a:endParaRPr lang="en-US" sz="4000" dirty="0"/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because there is, I can afford to add that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guarantee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all the bonuses for free.</a:t>
            </a:r>
            <a:endParaRPr lang="en-US" sz="4000" dirty="0"/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brings me to the last thing I need to be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straight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with you about.</a:t>
            </a:r>
            <a:endParaRPr lang="en-US" sz="4000" dirty="0"/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There are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hundreds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of you here right now.</a:t>
            </a:r>
            <a:endParaRPr lang="en-US" sz="4600" dirty="0"/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91540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just added on top…</a:t>
            </a:r>
            <a:endParaRPr lang="en-US" sz="2800" dirty="0"/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91540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just added on top…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6878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3 extra months.</a:t>
            </a:r>
            <a:endParaRPr lang="en-US" sz="3200" dirty="0"/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91540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just added on top…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6878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3 extra months.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0028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 paying for your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challenge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91540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just added on top…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6878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3 extra months.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0028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 paying for your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challenge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8726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unlimited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DM access.</a:t>
            </a:r>
            <a:endParaRPr lang="en-US" sz="3200" dirty="0"/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91540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just added on top…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6878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3 extra months.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0028"/>
            <a:ext cx="7498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 paying for your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challenge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8726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unlimited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DM access.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28516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calls.</a:t>
            </a:r>
            <a:endParaRPr lang="en-US" sz="3200" dirty="0"/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Those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bonuses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only apply to the first 10 people who join.</a:t>
            </a:r>
            <a:endParaRPr lang="en-US" sz="4000" dirty="0"/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the reason is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simple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Those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bonuses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are all me.</a:t>
            </a:r>
            <a:endParaRPr lang="en-US" sz="5200" dirty="0"/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 time,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personally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every week.</a:t>
            </a:r>
            <a:endParaRPr lang="en-US" sz="4600" dirty="0"/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can give that to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people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properly.</a:t>
            </a:r>
            <a:endParaRPr lang="en-US" sz="4600" dirty="0"/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cannot give it to 50, and I'm not going to pretend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otherwise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do a bad job of it.</a:t>
            </a:r>
            <a:endParaRPr lang="en-US" sz="4000" dirty="0"/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once those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spots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go, and they will go, the bonuses come off.</a:t>
            </a:r>
            <a:endParaRPr lang="en-US" sz="4000" dirty="0"/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33956"/>
            <a:ext cx="7498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program still </a:t>
            </a:r>
            <a:pPr indent="0" marL="0">
              <a:buNone/>
            </a:pPr>
            <a:r>
              <a:rPr lang="en-US" sz="5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exists</a:t>
            </a:r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5200" dirty="0"/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You'd still get the model, the ranges, the live sessions, the coaching, the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community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41932"/>
            <a:ext cx="74980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But the level of personal access I'm offering today together with the </a:t>
            </a:r>
            <a:pPr indent="0" marL="0">
              <a:buNone/>
            </a:pPr>
            <a:r>
              <a:rPr lang="en-US" sz="3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guarantee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won’t be on the table anymore.</a:t>
            </a:r>
            <a:endParaRPr lang="en-US" sz="3200" dirty="0"/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here's what I want you to do right now.</a:t>
            </a:r>
            <a:endParaRPr lang="en-US" sz="4600" dirty="0"/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the chat you'll see a link to the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TBR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Academy application.</a:t>
            </a:r>
            <a:endParaRPr lang="en-US" sz="4000" dirty="0"/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Click it, it takes about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minutes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69948"/>
            <a:ext cx="749808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It's just a few questions about where you are right now and what you're trying to get to, so we've got some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before we speak.</a:t>
            </a:r>
            <a:endParaRPr lang="en-US" sz="2800" dirty="0"/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last step is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booking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 call with me or one of my team.</a:t>
            </a:r>
            <a:endParaRPr lang="en-US" sz="4000" dirty="0"/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61922"/>
            <a:ext cx="7498080" cy="220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to be clear, this isn't a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high-pressure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sales call.</a:t>
            </a:r>
            <a:endParaRPr lang="en-US" sz="4600" dirty="0"/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9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 working with you personally, so I have to be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selective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about who comes in.</a:t>
            </a:r>
            <a:endParaRPr lang="en-US" sz="4000" dirty="0"/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We'll look at your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situation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work out whether this is actually right for you.</a:t>
            </a:r>
            <a:endParaRPr lang="en-US" sz="4000" dirty="0"/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it is, we'll get you started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immediately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594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it isn't, we'll tell you that too, and there's no hard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feelings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29968"/>
            <a:ext cx="7498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go ahead, the link is right there in the </a:t>
            </a:r>
            <a:pPr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</a:t>
            </a:r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78256"/>
            <a:ext cx="74980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 while you're doing that, let me answer the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get asked the most…</a:t>
            </a:r>
            <a:endParaRPr lang="en-US" sz="2800" dirty="0"/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78256"/>
            <a:ext cx="74980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 while you're doing that, let me answer the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get asked the most…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88184"/>
            <a:ext cx="8866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Q1 -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782749" y="2488184"/>
            <a:ext cx="65382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"I've got a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full-time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job. Can I actually do this?"</a:t>
            </a:r>
            <a:endParaRPr lang="en-US" sz="1400" dirty="0"/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78256"/>
            <a:ext cx="74980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 while you're doing that, let me answer the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get asked the most…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88184"/>
            <a:ext cx="8866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Q1 -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782749" y="2488184"/>
            <a:ext cx="65382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"I've got a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full-time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job. Can I actually do this?"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2816"/>
            <a:ext cx="8866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Q2 -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82749" y="2972816"/>
            <a:ext cx="65382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"How long before I'm actually seeing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results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?"</a:t>
            </a:r>
            <a:endParaRPr lang="en-US" sz="1400" dirty="0"/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78256"/>
            <a:ext cx="74980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 while you're doing that, let me answer the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get asked the most…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88184"/>
            <a:ext cx="8866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Q1 -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782749" y="2488184"/>
            <a:ext cx="65382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"I've got a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full-time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job. Can I actually do this?"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2816"/>
            <a:ext cx="8866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Q2 -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82749" y="2972816"/>
            <a:ext cx="65382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"How long before I'm actually seeing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results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?"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57448"/>
            <a:ext cx="886637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Q3 -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782749" y="3457448"/>
            <a:ext cx="6538291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"I've tried mentorships before and none of them worked. Why would this be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different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?"</a:t>
            </a:r>
            <a:endParaRPr lang="en-US" sz="1400" dirty="0"/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78256"/>
            <a:ext cx="74980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 while you're doing that, let me answer the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get asked the most…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88184"/>
            <a:ext cx="8866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Q1 -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782749" y="2488184"/>
            <a:ext cx="65382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"I've got a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full-time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job. Can I actually do this?"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2816"/>
            <a:ext cx="8866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Q2 -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82749" y="2972816"/>
            <a:ext cx="65382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"How long before I'm actually seeing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results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?"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57448"/>
            <a:ext cx="886637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Q3 -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782749" y="3457448"/>
            <a:ext cx="6538291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"I've tried mentorships before and none of them worked. Why would this be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different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?"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04640"/>
            <a:ext cx="8866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Q4 -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782749" y="4104640"/>
            <a:ext cx="65382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"Do I need a big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 start?"</a:t>
            </a:r>
            <a:endParaRPr lang="en-US" sz="1400" dirty="0"/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78256"/>
            <a:ext cx="74980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 while you're doing that, let me answer the </a:t>
            </a:r>
            <a:pPr indent="0" marL="0">
              <a:buNone/>
            </a:pPr>
            <a:r>
              <a:rPr lang="en-US" sz="2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get asked the most…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88184"/>
            <a:ext cx="8866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Q1 -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782749" y="2488184"/>
            <a:ext cx="65382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"I've got a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full-time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job. Can I actually do this?"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2816"/>
            <a:ext cx="8866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Q2 -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82749" y="2972816"/>
            <a:ext cx="65382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"How long before I'm actually seeing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results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?"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57448"/>
            <a:ext cx="886637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Q3 -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782749" y="3457448"/>
            <a:ext cx="6538291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"I've tried mentorships before and none of them worked. Why would this be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different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?"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04640"/>
            <a:ext cx="8866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Q4 -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782749" y="4104640"/>
            <a:ext cx="65382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"Do I need a big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 start?"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89272"/>
            <a:ext cx="8866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Q5 -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782749" y="4589272"/>
            <a:ext cx="65382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"Is this really </a:t>
            </a:r>
            <a:pPr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 How does it actually work?"</a:t>
            </a:r>
            <a:endParaRPr lang="en-US" sz="1400" dirty="0"/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89254"/>
            <a:ext cx="0" cy="3364992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797814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843534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72923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12848" y="729234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218438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264158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114985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12848" y="1149858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639062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84782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157048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212848" y="1570482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059686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2105406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199110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212848" y="1991106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 calls.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2480310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52603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241173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212848" y="2411730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private community, my weekly blueprint, and my market commentaries.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2900934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2946654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283235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1: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212848" y="2832354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Scaling Phase - 3 extra months with me FOR FREE.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3321558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3367278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325297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2: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212848" y="3252978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I'll pay for your first prop firm challenge myself.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3742182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3787902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14400" y="367360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3: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212848" y="3673602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Unlimited 1on1 DM access to me.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4162806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" y="4208526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14400" y="409422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4: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2212848" y="4094226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 weekly 1on1 calls with 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528</Slides>
  <Notes>528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528</vt:i4>
      </vt:variant>
    </vt:vector>
  </HeadingPairs>
  <TitlesOfParts>
    <vt:vector size="5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  <vt:lpstr>Slide 250</vt:lpstr>
      <vt:lpstr>Slide 251</vt:lpstr>
      <vt:lpstr>Slide 252</vt:lpstr>
      <vt:lpstr>Slide 253</vt:lpstr>
      <vt:lpstr>Slide 254</vt:lpstr>
      <vt:lpstr>Slide 255</vt:lpstr>
      <vt:lpstr>Slide 256</vt:lpstr>
      <vt:lpstr>Slide 257</vt:lpstr>
      <vt:lpstr>Slide 258</vt:lpstr>
      <vt:lpstr>Slide 259</vt:lpstr>
      <vt:lpstr>Slide 260</vt:lpstr>
      <vt:lpstr>Slide 261</vt:lpstr>
      <vt:lpstr>Slide 262</vt:lpstr>
      <vt:lpstr>Slide 263</vt:lpstr>
      <vt:lpstr>Slide 264</vt:lpstr>
      <vt:lpstr>Slide 265</vt:lpstr>
      <vt:lpstr>Slide 266</vt:lpstr>
      <vt:lpstr>Slide 267</vt:lpstr>
      <vt:lpstr>Slide 268</vt:lpstr>
      <vt:lpstr>Slide 269</vt:lpstr>
      <vt:lpstr>Slide 270</vt:lpstr>
      <vt:lpstr>Slide 271</vt:lpstr>
      <vt:lpstr>Slide 272</vt:lpstr>
      <vt:lpstr>Slide 273</vt:lpstr>
      <vt:lpstr>Slide 274</vt:lpstr>
      <vt:lpstr>Slide 275</vt:lpstr>
      <vt:lpstr>Slide 276</vt:lpstr>
      <vt:lpstr>Slide 277</vt:lpstr>
      <vt:lpstr>Slide 278</vt:lpstr>
      <vt:lpstr>Slide 279</vt:lpstr>
      <vt:lpstr>Slide 280</vt:lpstr>
      <vt:lpstr>Slide 281</vt:lpstr>
      <vt:lpstr>Slide 282</vt:lpstr>
      <vt:lpstr>Slide 283</vt:lpstr>
      <vt:lpstr>Slide 284</vt:lpstr>
      <vt:lpstr>Slide 285</vt:lpstr>
      <vt:lpstr>Slide 286</vt:lpstr>
      <vt:lpstr>Slide 287</vt:lpstr>
      <vt:lpstr>Slide 288</vt:lpstr>
      <vt:lpstr>Slide 289</vt:lpstr>
      <vt:lpstr>Slide 290</vt:lpstr>
      <vt:lpstr>Slide 291</vt:lpstr>
      <vt:lpstr>Slide 292</vt:lpstr>
      <vt:lpstr>Slide 293</vt:lpstr>
      <vt:lpstr>Slide 294</vt:lpstr>
      <vt:lpstr>Slide 295</vt:lpstr>
      <vt:lpstr>Slide 296</vt:lpstr>
      <vt:lpstr>Slide 297</vt:lpstr>
      <vt:lpstr>Slide 298</vt:lpstr>
      <vt:lpstr>Slide 299</vt:lpstr>
      <vt:lpstr>Slide 300</vt:lpstr>
      <vt:lpstr>Slide 301</vt:lpstr>
      <vt:lpstr>Slide 302</vt:lpstr>
      <vt:lpstr>Slide 303</vt:lpstr>
      <vt:lpstr>Slide 304</vt:lpstr>
      <vt:lpstr>Slide 305</vt:lpstr>
      <vt:lpstr>Slide 306</vt:lpstr>
      <vt:lpstr>Slide 307</vt:lpstr>
      <vt:lpstr>Slide 308</vt:lpstr>
      <vt:lpstr>Slide 309</vt:lpstr>
      <vt:lpstr>Slide 310</vt:lpstr>
      <vt:lpstr>Slide 311</vt:lpstr>
      <vt:lpstr>Slide 312</vt:lpstr>
      <vt:lpstr>Slide 313</vt:lpstr>
      <vt:lpstr>Slide 314</vt:lpstr>
      <vt:lpstr>Slide 315</vt:lpstr>
      <vt:lpstr>Slide 316</vt:lpstr>
      <vt:lpstr>Slide 317</vt:lpstr>
      <vt:lpstr>Slide 318</vt:lpstr>
      <vt:lpstr>Slide 319</vt:lpstr>
      <vt:lpstr>Slide 320</vt:lpstr>
      <vt:lpstr>Slide 321</vt:lpstr>
      <vt:lpstr>Slide 322</vt:lpstr>
      <vt:lpstr>Slide 323</vt:lpstr>
      <vt:lpstr>Slide 324</vt:lpstr>
      <vt:lpstr>Slide 325</vt:lpstr>
      <vt:lpstr>Slide 326</vt:lpstr>
      <vt:lpstr>Slide 327</vt:lpstr>
      <vt:lpstr>Slide 328</vt:lpstr>
      <vt:lpstr>Slide 329</vt:lpstr>
      <vt:lpstr>Slide 330</vt:lpstr>
      <vt:lpstr>Slide 331</vt:lpstr>
      <vt:lpstr>Slide 332</vt:lpstr>
      <vt:lpstr>Slide 333</vt:lpstr>
      <vt:lpstr>Slide 334</vt:lpstr>
      <vt:lpstr>Slide 335</vt:lpstr>
      <vt:lpstr>Slide 336</vt:lpstr>
      <vt:lpstr>Slide 337</vt:lpstr>
      <vt:lpstr>Slide 338</vt:lpstr>
      <vt:lpstr>Slide 339</vt:lpstr>
      <vt:lpstr>Slide 340</vt:lpstr>
      <vt:lpstr>Slide 341</vt:lpstr>
      <vt:lpstr>Slide 342</vt:lpstr>
      <vt:lpstr>Slide 343</vt:lpstr>
      <vt:lpstr>Slide 344</vt:lpstr>
      <vt:lpstr>Slide 345</vt:lpstr>
      <vt:lpstr>Slide 346</vt:lpstr>
      <vt:lpstr>Slide 347</vt:lpstr>
      <vt:lpstr>Slide 348</vt:lpstr>
      <vt:lpstr>Slide 349</vt:lpstr>
      <vt:lpstr>Slide 350</vt:lpstr>
      <vt:lpstr>Slide 351</vt:lpstr>
      <vt:lpstr>Slide 352</vt:lpstr>
      <vt:lpstr>Slide 353</vt:lpstr>
      <vt:lpstr>Slide 354</vt:lpstr>
      <vt:lpstr>Slide 355</vt:lpstr>
      <vt:lpstr>Slide 356</vt:lpstr>
      <vt:lpstr>Slide 357</vt:lpstr>
      <vt:lpstr>Slide 358</vt:lpstr>
      <vt:lpstr>Slide 359</vt:lpstr>
      <vt:lpstr>Slide 360</vt:lpstr>
      <vt:lpstr>Slide 361</vt:lpstr>
      <vt:lpstr>Slide 362</vt:lpstr>
      <vt:lpstr>Slide 363</vt:lpstr>
      <vt:lpstr>Slide 364</vt:lpstr>
      <vt:lpstr>Slide 365</vt:lpstr>
      <vt:lpstr>Slide 366</vt:lpstr>
      <vt:lpstr>Slide 367</vt:lpstr>
      <vt:lpstr>Slide 368</vt:lpstr>
      <vt:lpstr>Slide 369</vt:lpstr>
      <vt:lpstr>Slide 370</vt:lpstr>
      <vt:lpstr>Slide 371</vt:lpstr>
      <vt:lpstr>Slide 372</vt:lpstr>
      <vt:lpstr>Slide 373</vt:lpstr>
      <vt:lpstr>Slide 374</vt:lpstr>
      <vt:lpstr>Slide 375</vt:lpstr>
      <vt:lpstr>Slide 376</vt:lpstr>
      <vt:lpstr>Slide 377</vt:lpstr>
      <vt:lpstr>Slide 378</vt:lpstr>
      <vt:lpstr>Slide 379</vt:lpstr>
      <vt:lpstr>Slide 380</vt:lpstr>
      <vt:lpstr>Slide 381</vt:lpstr>
      <vt:lpstr>Slide 382</vt:lpstr>
      <vt:lpstr>Slide 383</vt:lpstr>
      <vt:lpstr>Slide 384</vt:lpstr>
      <vt:lpstr>Slide 385</vt:lpstr>
      <vt:lpstr>Slide 386</vt:lpstr>
      <vt:lpstr>Slide 387</vt:lpstr>
      <vt:lpstr>Slide 388</vt:lpstr>
      <vt:lpstr>Slide 389</vt:lpstr>
      <vt:lpstr>Slide 390</vt:lpstr>
      <vt:lpstr>Slide 391</vt:lpstr>
      <vt:lpstr>Slide 392</vt:lpstr>
      <vt:lpstr>Slide 393</vt:lpstr>
      <vt:lpstr>Slide 394</vt:lpstr>
      <vt:lpstr>Slide 395</vt:lpstr>
      <vt:lpstr>Slide 396</vt:lpstr>
      <vt:lpstr>Slide 397</vt:lpstr>
      <vt:lpstr>Slide 398</vt:lpstr>
      <vt:lpstr>Slide 399</vt:lpstr>
      <vt:lpstr>Slide 400</vt:lpstr>
      <vt:lpstr>Slide 401</vt:lpstr>
      <vt:lpstr>Slide 402</vt:lpstr>
      <vt:lpstr>Slide 403</vt:lpstr>
      <vt:lpstr>Slide 404</vt:lpstr>
      <vt:lpstr>Slide 405</vt:lpstr>
      <vt:lpstr>Slide 406</vt:lpstr>
      <vt:lpstr>Slide 407</vt:lpstr>
      <vt:lpstr>Slide 408</vt:lpstr>
      <vt:lpstr>Slide 409</vt:lpstr>
      <vt:lpstr>Slide 410</vt:lpstr>
      <vt:lpstr>Slide 411</vt:lpstr>
      <vt:lpstr>Slide 412</vt:lpstr>
      <vt:lpstr>Slide 413</vt:lpstr>
      <vt:lpstr>Slide 414</vt:lpstr>
      <vt:lpstr>Slide 415</vt:lpstr>
      <vt:lpstr>Slide 416</vt:lpstr>
      <vt:lpstr>Slide 417</vt:lpstr>
      <vt:lpstr>Slide 418</vt:lpstr>
      <vt:lpstr>Slide 419</vt:lpstr>
      <vt:lpstr>Slide 420</vt:lpstr>
      <vt:lpstr>Slide 421</vt:lpstr>
      <vt:lpstr>Slide 422</vt:lpstr>
      <vt:lpstr>Slide 423</vt:lpstr>
      <vt:lpstr>Slide 424</vt:lpstr>
      <vt:lpstr>Slide 425</vt:lpstr>
      <vt:lpstr>Slide 426</vt:lpstr>
      <vt:lpstr>Slide 427</vt:lpstr>
      <vt:lpstr>Slide 428</vt:lpstr>
      <vt:lpstr>Slide 429</vt:lpstr>
      <vt:lpstr>Slide 430</vt:lpstr>
      <vt:lpstr>Slide 431</vt:lpstr>
      <vt:lpstr>Slide 432</vt:lpstr>
      <vt:lpstr>Slide 433</vt:lpstr>
      <vt:lpstr>Slide 434</vt:lpstr>
      <vt:lpstr>Slide 435</vt:lpstr>
      <vt:lpstr>Slide 436</vt:lpstr>
      <vt:lpstr>Slide 437</vt:lpstr>
      <vt:lpstr>Slide 438</vt:lpstr>
      <vt:lpstr>Slide 439</vt:lpstr>
      <vt:lpstr>Slide 440</vt:lpstr>
      <vt:lpstr>Slide 441</vt:lpstr>
      <vt:lpstr>Slide 442</vt:lpstr>
      <vt:lpstr>Slide 443</vt:lpstr>
      <vt:lpstr>Slide 444</vt:lpstr>
      <vt:lpstr>Slide 445</vt:lpstr>
      <vt:lpstr>Slide 446</vt:lpstr>
      <vt:lpstr>Slide 447</vt:lpstr>
      <vt:lpstr>Slide 448</vt:lpstr>
      <vt:lpstr>Slide 449</vt:lpstr>
      <vt:lpstr>Slide 450</vt:lpstr>
      <vt:lpstr>Slide 451</vt:lpstr>
      <vt:lpstr>Slide 452</vt:lpstr>
      <vt:lpstr>Slide 453</vt:lpstr>
      <vt:lpstr>Slide 454</vt:lpstr>
      <vt:lpstr>Slide 455</vt:lpstr>
      <vt:lpstr>Slide 456</vt:lpstr>
      <vt:lpstr>Slide 457</vt:lpstr>
      <vt:lpstr>Slide 458</vt:lpstr>
      <vt:lpstr>Slide 459</vt:lpstr>
      <vt:lpstr>Slide 460</vt:lpstr>
      <vt:lpstr>Slide 461</vt:lpstr>
      <vt:lpstr>Slide 462</vt:lpstr>
      <vt:lpstr>Slide 463</vt:lpstr>
      <vt:lpstr>Slide 464</vt:lpstr>
      <vt:lpstr>Slide 465</vt:lpstr>
      <vt:lpstr>Slide 466</vt:lpstr>
      <vt:lpstr>Slide 467</vt:lpstr>
      <vt:lpstr>Slide 468</vt:lpstr>
      <vt:lpstr>Slide 469</vt:lpstr>
      <vt:lpstr>Slide 470</vt:lpstr>
      <vt:lpstr>Slide 471</vt:lpstr>
      <vt:lpstr>Slide 472</vt:lpstr>
      <vt:lpstr>Slide 473</vt:lpstr>
      <vt:lpstr>Slide 474</vt:lpstr>
      <vt:lpstr>Slide 475</vt:lpstr>
      <vt:lpstr>Slide 476</vt:lpstr>
      <vt:lpstr>Slide 477</vt:lpstr>
      <vt:lpstr>Slide 478</vt:lpstr>
      <vt:lpstr>Slide 479</vt:lpstr>
      <vt:lpstr>Slide 480</vt:lpstr>
      <vt:lpstr>Slide 481</vt:lpstr>
      <vt:lpstr>Slide 482</vt:lpstr>
      <vt:lpstr>Slide 483</vt:lpstr>
      <vt:lpstr>Slide 484</vt:lpstr>
      <vt:lpstr>Slide 485</vt:lpstr>
      <vt:lpstr>Slide 486</vt:lpstr>
      <vt:lpstr>Slide 487</vt:lpstr>
      <vt:lpstr>Slide 488</vt:lpstr>
      <vt:lpstr>Slide 489</vt:lpstr>
      <vt:lpstr>Slide 490</vt:lpstr>
      <vt:lpstr>Slide 491</vt:lpstr>
      <vt:lpstr>Slide 492</vt:lpstr>
      <vt:lpstr>Slide 493</vt:lpstr>
      <vt:lpstr>Slide 494</vt:lpstr>
      <vt:lpstr>Slide 495</vt:lpstr>
      <vt:lpstr>Slide 496</vt:lpstr>
      <vt:lpstr>Slide 497</vt:lpstr>
      <vt:lpstr>Slide 498</vt:lpstr>
      <vt:lpstr>Slide 499</vt:lpstr>
      <vt:lpstr>Slide 500</vt:lpstr>
      <vt:lpstr>Slide 501</vt:lpstr>
      <vt:lpstr>Slide 502</vt:lpstr>
      <vt:lpstr>Slide 503</vt:lpstr>
      <vt:lpstr>Slide 504</vt:lpstr>
      <vt:lpstr>Slide 505</vt:lpstr>
      <vt:lpstr>Slide 506</vt:lpstr>
      <vt:lpstr>Slide 507</vt:lpstr>
      <vt:lpstr>Slide 508</vt:lpstr>
      <vt:lpstr>Slide 509</vt:lpstr>
      <vt:lpstr>Slide 510</vt:lpstr>
      <vt:lpstr>Slide 511</vt:lpstr>
      <vt:lpstr>Slide 512</vt:lpstr>
      <vt:lpstr>Slide 513</vt:lpstr>
      <vt:lpstr>Slide 514</vt:lpstr>
      <vt:lpstr>Slide 515</vt:lpstr>
      <vt:lpstr>Slide 516</vt:lpstr>
      <vt:lpstr>Slide 517</vt:lpstr>
      <vt:lpstr>Slide 518</vt:lpstr>
      <vt:lpstr>Slide 519</vt:lpstr>
      <vt:lpstr>Slide 520</vt:lpstr>
      <vt:lpstr>Slide 521</vt:lpstr>
      <vt:lpstr>Slide 522</vt:lpstr>
      <vt:lpstr>Slide 523</vt:lpstr>
      <vt:lpstr>Slide 524</vt:lpstr>
      <vt:lpstr>Slide 525</vt:lpstr>
      <vt:lpstr>Slide 526</vt:lpstr>
      <vt:lpstr>Slide 527</vt:lpstr>
      <vt:lpstr>Slide 528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2026-08-23T13:54:39Z</dcterms:created>
  <dcterms:modified xsi:type="dcterms:W3CDTF">2026-08-23T13:54:39Z</dcterms:modified>
</cp:coreProperties>
</file>
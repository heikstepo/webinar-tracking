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8838"/>
            <a:ext cx="7498080" cy="1385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algn="ctr" indent="0" marL="0">
              <a:buNone/>
            </a:pPr>
            <a:r>
              <a:rPr lang="en-US" sz="4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algn="ctr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74320"/>
            <a:ext cx="782726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644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252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44294"/>
            <a:ext cx="7315200" cy="291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2 exact </a:t>
            </a:r>
            <a:pPr algn="ctr" indent="0" marL="0">
              <a:buNone/>
            </a:pPr>
            <a:r>
              <a:rPr lang="en-US" sz="3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ranges</a:t>
            </a:r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trade, down to the minute, so you can go and mark them on your chart tomorrow morning.</a:t>
            </a:r>
            <a:endParaRPr lang="en-US" sz="3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74320"/>
            <a:ext cx="782726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644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252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44294"/>
            <a:ext cx="7315200" cy="291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get your direction from the </a:t>
            </a:r>
            <a:pPr algn="ctr" indent="0" marL="0">
              <a:buNone/>
            </a:pPr>
            <a:r>
              <a:rPr lang="en-US" sz="3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 break</a:t>
            </a:r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so you know whether you're a buyer or a seller before the move happens instead of after it.</a:t>
            </a:r>
            <a:endParaRPr lang="en-US" sz="3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74320"/>
            <a:ext cx="782726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644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252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6970"/>
            <a:ext cx="7315200" cy="1748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exact entry I take most days, right down to which </a:t>
            </a:r>
            <a:pPr algn="ctr" indent="0" marL="0">
              <a:buNone/>
            </a:pPr>
            <a:r>
              <a:rPr lang="en-US" sz="3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candle</a:t>
            </a:r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 your chart it is.</a:t>
            </a:r>
            <a:endParaRPr lang="en-US" sz="3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74320"/>
            <a:ext cx="782726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644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252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44294"/>
            <a:ext cx="7315200" cy="291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your </a:t>
            </a:r>
            <a:pPr algn="ctr" indent="0" marL="0">
              <a:buNone/>
            </a:pPr>
            <a:r>
              <a:rPr lang="en-US" sz="3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</a:t>
            </a:r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goes, when to move it, and how to grade the swing at 25, 50 and 75 so the trade manages itself instead of you managing it.</a:t>
            </a:r>
            <a:endParaRPr lang="en-US" sz="3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74320"/>
            <a:ext cx="782726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644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far on this free </a:t>
            </a:r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workshop we've covered: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252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6970"/>
            <a:ext cx="7315200" cy="1748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trades from start to finish, on 5 different days, with third party </a:t>
            </a:r>
            <a:pPr algn="ctr" indent="0" marL="0">
              <a:buNone/>
            </a:pPr>
            <a:r>
              <a:rPr lang="en-US" sz="37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pPr algn="ctr" indent="0" marL="0">
              <a:buNone/>
            </a:pPr>
            <a:r>
              <a:rPr lang="en-US" sz="37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behind them.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2026-08-23T14:32:35Z</dcterms:created>
  <dcterms:modified xsi:type="dcterms:W3CDTF">2026-08-23T14:32:35Z</dcterms:modified>
</cp:coreProperties>
</file>
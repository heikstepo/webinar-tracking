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 — for slides 50-52: "Price can do anything on any given day... Time can't"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2 — for slides 95-96: "That's all liquidity means... orders waiting to get filled"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3 — for slides 104-110: the time based range must form INSIDE the dealing range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4 — for slides 129-134: the losing loop (spike, buy, reverse, stopped out, flip, reverse again)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5 — for slide 158: "Sweep one side, trade to the other side. That's the trade."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6 — for slides 239/243-247: the market grades itself 25, 50, 75 on the way to target. Levels are unlabelled on purpose — send me the wording for each and I'll add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7 — for slide 265: all 4 steps happen inside about 12 minutes, same order, every 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8 — for slide 295: "It's genuinely the tip of the iceberg"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9 — for slides 304-312: "So I basically had 2 choices..."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10 — for slides 448-453: only the first 10 people get the bonuses and the guarantee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11 — for slides 43-46: "You see A, you do B. You see B, you do 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12 — for slides 53-55: the big players trade when their desks are open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13 — for slides 112-114: the dealing range tells you WHERE, the time based range tells you WHEN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14 — for slide 137: before it can go anywhere it has to collect the orders on one side first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15 — for slides 209-216: the entry is the part everyone obsesses over, and it matters least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16 — for slides 296-302: only 2 ranges can be given away, the rest are NDA-protected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17 — for slides 426-431: the guarantee. I keep working with you, personally, for free, until you're funded.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18 — for slides 457-461: click the link, 2 minutes to fill out, then book a call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0" y="1188720"/>
            <a:ext cx="0" cy="297180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 flipV="1">
            <a:off x="914400" y="2331720"/>
            <a:ext cx="411480" cy="91440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5880" y="2331720"/>
            <a:ext cx="411480" cy="128016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1737360" y="2011680"/>
            <a:ext cx="411480" cy="160020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8840" y="2011680"/>
            <a:ext cx="411480" cy="100584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2560320" y="1874520"/>
            <a:ext cx="411480" cy="114300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71800" y="1874520"/>
            <a:ext cx="411480" cy="150876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3383280" y="2468880"/>
            <a:ext cx="411480" cy="91440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2468880"/>
            <a:ext cx="365760" cy="59436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unpredictable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1188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20640" y="2743200"/>
            <a:ext cx="3154680" cy="0"/>
          </a:xfrm>
          <a:prstGeom prst="line">
            <a:avLst/>
          </a:prstGeom>
          <a:noFill/>
          <a:ln w="25400">
            <a:solidFill>
              <a:srgbClr val="1297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06924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7" name="Shape 14"/>
          <p:cNvSpPr/>
          <p:nvPr/>
        </p:nvSpPr>
        <p:spPr>
          <a:xfrm>
            <a:off x="5501030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8" name="Shape 15"/>
          <p:cNvSpPr/>
          <p:nvPr/>
        </p:nvSpPr>
        <p:spPr>
          <a:xfrm>
            <a:off x="5895137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9" name="Shape 16"/>
          <p:cNvSpPr/>
          <p:nvPr/>
        </p:nvSpPr>
        <p:spPr>
          <a:xfrm>
            <a:off x="6289243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0" name="Shape 17"/>
          <p:cNvSpPr/>
          <p:nvPr/>
        </p:nvSpPr>
        <p:spPr>
          <a:xfrm>
            <a:off x="6683350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1" name="Shape 18"/>
          <p:cNvSpPr/>
          <p:nvPr/>
        </p:nvSpPr>
        <p:spPr>
          <a:xfrm>
            <a:off x="7077456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2" name="Shape 19"/>
          <p:cNvSpPr/>
          <p:nvPr/>
        </p:nvSpPr>
        <p:spPr>
          <a:xfrm>
            <a:off x="7471562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3" name="Shape 20"/>
          <p:cNvSpPr/>
          <p:nvPr/>
        </p:nvSpPr>
        <p:spPr>
          <a:xfrm>
            <a:off x="7865669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4" name="Shape 21"/>
          <p:cNvSpPr/>
          <p:nvPr/>
        </p:nvSpPr>
        <p:spPr>
          <a:xfrm>
            <a:off x="8259775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983480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same, every day, forever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0" y="2121408"/>
            <a:ext cx="3657600" cy="1444752"/>
          </a:xfrm>
          <a:prstGeom prst="rect">
            <a:avLst/>
          </a:prstGeom>
          <a:ln w="15875">
            <a:solidFill>
              <a:srgbClr val="C9C9C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331720" y="2121408"/>
            <a:ext cx="448056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331720" y="3566160"/>
            <a:ext cx="448056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20440" y="1847088"/>
            <a:ext cx="2103120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9" name="Shape 6"/>
          <p:cNvSpPr/>
          <p:nvPr/>
        </p:nvSpPr>
        <p:spPr>
          <a:xfrm>
            <a:off x="3520440" y="3749040"/>
            <a:ext cx="2103120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0" name="Shape 7"/>
          <p:cNvSpPr/>
          <p:nvPr/>
        </p:nvSpPr>
        <p:spPr>
          <a:xfrm>
            <a:off x="3675888" y="1627632"/>
            <a:ext cx="1792224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1" name="Shape 8"/>
          <p:cNvSpPr/>
          <p:nvPr/>
        </p:nvSpPr>
        <p:spPr>
          <a:xfrm>
            <a:off x="3675888" y="3968496"/>
            <a:ext cx="1792224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2" name="Shape 9"/>
          <p:cNvSpPr/>
          <p:nvPr/>
        </p:nvSpPr>
        <p:spPr>
          <a:xfrm>
            <a:off x="3831336" y="1408176"/>
            <a:ext cx="1481328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3" name="Shape 10"/>
          <p:cNvSpPr/>
          <p:nvPr/>
        </p:nvSpPr>
        <p:spPr>
          <a:xfrm>
            <a:off x="3831336" y="4187952"/>
            <a:ext cx="1481328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4" name="Shape 11"/>
          <p:cNvSpPr/>
          <p:nvPr/>
        </p:nvSpPr>
        <p:spPr>
          <a:xfrm>
            <a:off x="3986784" y="1188720"/>
            <a:ext cx="1170432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5" name="Shape 12"/>
          <p:cNvSpPr/>
          <p:nvPr/>
        </p:nvSpPr>
        <p:spPr>
          <a:xfrm>
            <a:off x="3986784" y="4407408"/>
            <a:ext cx="1170432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74320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 RESTING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743200" y="4443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 RESTING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554480" y="1874520"/>
            <a:ext cx="4937760" cy="1965960"/>
          </a:xfrm>
          <a:prstGeom prst="rect">
            <a:avLst/>
          </a:prstGeom>
          <a:ln w="15875">
            <a:solidFill>
              <a:srgbClr val="C9C9C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554480" y="1874520"/>
            <a:ext cx="493776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54480" y="3840480"/>
            <a:ext cx="493776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56832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2331720"/>
            <a:ext cx="1737360" cy="978408"/>
          </a:xfrm>
          <a:prstGeom prst="rect">
            <a:avLst/>
          </a:prstGeom>
          <a:solidFill>
            <a:srgbClr val="12977F">
              <a:alpha val="12000"/>
            </a:srgbClr>
          </a:solidFill>
          <a:ln w="25400">
            <a:solidFill>
              <a:srgbClr val="1297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06040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728216"/>
            <a:ext cx="137160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3913632"/>
            <a:ext cx="137160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1554480"/>
            <a:ext cx="109728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2" name="Shape 9"/>
          <p:cNvSpPr/>
          <p:nvPr/>
        </p:nvSpPr>
        <p:spPr>
          <a:xfrm>
            <a:off x="3474720" y="4087368"/>
            <a:ext cx="109728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1380744"/>
            <a:ext cx="82296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4" name="Shape 11"/>
          <p:cNvSpPr/>
          <p:nvPr/>
        </p:nvSpPr>
        <p:spPr>
          <a:xfrm>
            <a:off x="3611880" y="4261104"/>
            <a:ext cx="82296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46268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stacks still untouched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364992" y="1490472"/>
            <a:ext cx="2414016" cy="2414016"/>
          </a:xfrm>
          <a:prstGeom prst="ellipse">
            <a:avLst/>
          </a:prstGeom>
          <a:ln w="19050">
            <a:solidFill>
              <a:srgbClr val="C9C9C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03420" y="1421892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520440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spikes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48720" y="2025396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77524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buy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48720" y="3232404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77524" y="3392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reverses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03420" y="3835908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 you out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58120" y="3232404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063356" y="3392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flip and sell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58120" y="2025396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063356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reverses again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10800000">
            <a:off x="5637296" y="2909293"/>
            <a:ext cx="201168" cy="201168"/>
          </a:xfrm>
          <a:prstGeom prst="triangle">
            <a:avLst/>
          </a:prstGeom>
          <a:solidFill>
            <a:srgbClr val="12977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194560" y="1691640"/>
            <a:ext cx="4754880" cy="2011680"/>
          </a:xfrm>
          <a:prstGeom prst="rect">
            <a:avLst/>
          </a:prstGeom>
          <a:ln w="15875">
            <a:solidFill>
              <a:srgbClr val="C9C9C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194560" y="1691640"/>
            <a:ext cx="47548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194560" y="3703320"/>
            <a:ext cx="47548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697480" y="2697480"/>
            <a:ext cx="1005840" cy="1389888"/>
          </a:xfrm>
          <a:prstGeom prst="line">
            <a:avLst/>
          </a:prstGeom>
          <a:noFill/>
          <a:ln w="38100">
            <a:solidFill>
              <a:srgbClr val="12977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703320" y="1645920"/>
            <a:ext cx="2651760" cy="2441448"/>
          </a:xfrm>
          <a:prstGeom prst="line">
            <a:avLst/>
          </a:prstGeom>
          <a:noFill/>
          <a:ln w="38100">
            <a:solidFill>
              <a:srgbClr val="12977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1444752"/>
            <a:ext cx="237744" cy="237744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9" name="Shape 6"/>
          <p:cNvSpPr/>
          <p:nvPr/>
        </p:nvSpPr>
        <p:spPr>
          <a:xfrm>
            <a:off x="3621024" y="4005072"/>
            <a:ext cx="164592" cy="164592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834640" y="4270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SWEPT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1545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05656" y="1188720"/>
            <a:ext cx="109728" cy="315468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Shape 1"/>
          <p:cNvSpPr/>
          <p:nvPr/>
        </p:nvSpPr>
        <p:spPr>
          <a:xfrm>
            <a:off x="4105656" y="1188720"/>
            <a:ext cx="109728" cy="236601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44568" y="1042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44568" y="4215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94760" y="3554730"/>
            <a:ext cx="676656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69080" y="346329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62856" y="341757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94760" y="2766060"/>
            <a:ext cx="676656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69080" y="267462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62856" y="26289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794760" y="1977390"/>
            <a:ext cx="676656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69080" y="188595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62856" y="184023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0120" y="2788920"/>
            <a:ext cx="7223760" cy="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744218" y="2670048"/>
            <a:ext cx="237744" cy="237744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40589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9441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50158" y="2670048"/>
            <a:ext cx="237744" cy="237744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1183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80035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356098" y="2670048"/>
            <a:ext cx="237744" cy="237744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1777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0629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62038" y="2670048"/>
            <a:ext cx="237744" cy="237744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2371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1223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 rot="5400000">
            <a:off x="8147304" y="2697480"/>
            <a:ext cx="182880" cy="182880"/>
          </a:xfrm>
          <a:prstGeom prst="triangle">
            <a:avLst/>
          </a:prstGeom>
          <a:solidFill>
            <a:srgbClr val="C9C9C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" y="39684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~12 MINUTES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10800000">
            <a:off x="2487168" y="2395728"/>
            <a:ext cx="4169664" cy="2103120"/>
          </a:xfrm>
          <a:prstGeom prst="trapezoid">
            <a:avLst/>
          </a:prstGeom>
          <a:solidFill>
            <a:srgbClr val="9A9A9A"/>
          </a:solidFill>
          <a:ln/>
        </p:spPr>
      </p:sp>
      <p:sp>
        <p:nvSpPr>
          <p:cNvPr id="4" name="Shape 1"/>
          <p:cNvSpPr/>
          <p:nvPr/>
        </p:nvSpPr>
        <p:spPr>
          <a:xfrm>
            <a:off x="3986784" y="1444752"/>
            <a:ext cx="1170432" cy="950976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2395728"/>
            <a:ext cx="758952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0368" y="1883664"/>
            <a:ext cx="1124712" cy="0"/>
          </a:xfrm>
          <a:prstGeom prst="line">
            <a:avLst/>
          </a:prstGeom>
          <a:noFill/>
          <a:ln w="15875">
            <a:solidFill>
              <a:srgbClr val="1297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746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SAW TODAY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88920" y="3200400"/>
            <a:ext cx="9144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 ELSE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0" y="2962656"/>
            <a:ext cx="0" cy="950976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471416" y="2862072"/>
            <a:ext cx="201168" cy="201168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Shape 2"/>
          <p:cNvSpPr/>
          <p:nvPr/>
        </p:nvSpPr>
        <p:spPr>
          <a:xfrm>
            <a:off x="2331720" y="1810512"/>
            <a:ext cx="2240280" cy="1152144"/>
          </a:xfrm>
          <a:prstGeom prst="line">
            <a:avLst/>
          </a:prstGeom>
          <a:noFill/>
          <a:ln w="38100">
            <a:solidFill>
              <a:srgbClr val="9A9A9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572000" y="1810512"/>
            <a:ext cx="2240280" cy="1152144"/>
          </a:xfrm>
          <a:prstGeom prst="line">
            <a:avLst/>
          </a:prstGeom>
          <a:noFill/>
          <a:ln w="38100">
            <a:solidFill>
              <a:srgbClr val="12977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21408" y="1627632"/>
            <a:ext cx="219456" cy="219456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8" name="Shape 5"/>
          <p:cNvSpPr/>
          <p:nvPr/>
        </p:nvSpPr>
        <p:spPr>
          <a:xfrm>
            <a:off x="6803136" y="1627632"/>
            <a:ext cx="219456" cy="219456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16736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 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16736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your own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98464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 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98464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1389888"/>
            <a:ext cx="749808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7614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76856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6" name="Shape 3"/>
          <p:cNvSpPr/>
          <p:nvPr/>
        </p:nvSpPr>
        <p:spPr>
          <a:xfrm>
            <a:off x="2752344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7" name="Shape 4"/>
          <p:cNvSpPr/>
          <p:nvPr/>
        </p:nvSpPr>
        <p:spPr>
          <a:xfrm>
            <a:off x="3227832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8" name="Shape 5"/>
          <p:cNvSpPr/>
          <p:nvPr/>
        </p:nvSpPr>
        <p:spPr>
          <a:xfrm>
            <a:off x="3703320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9" name="Shape 6"/>
          <p:cNvSpPr/>
          <p:nvPr/>
        </p:nvSpPr>
        <p:spPr>
          <a:xfrm>
            <a:off x="4178808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1" name="Shape 8"/>
          <p:cNvSpPr/>
          <p:nvPr/>
        </p:nvSpPr>
        <p:spPr>
          <a:xfrm>
            <a:off x="5129784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2" name="Shape 9"/>
          <p:cNvSpPr/>
          <p:nvPr/>
        </p:nvSpPr>
        <p:spPr>
          <a:xfrm>
            <a:off x="5605272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80760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4" name="Shape 11"/>
          <p:cNvSpPr/>
          <p:nvPr/>
        </p:nvSpPr>
        <p:spPr>
          <a:xfrm>
            <a:off x="6556248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80360" y="1755648"/>
            <a:ext cx="786384" cy="658368"/>
          </a:xfrm>
          <a:prstGeom prst="roundRect">
            <a:avLst>
              <a:gd name="adj" fmla="val 16667"/>
            </a:avLst>
          </a:prstGeom>
          <a:ln w="19050">
            <a:solidFill>
              <a:srgbClr val="C9C9C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880360" y="1901952"/>
            <a:ext cx="7863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858768" y="2084832"/>
            <a:ext cx="1335024" cy="0"/>
          </a:xfrm>
          <a:prstGeom prst="line">
            <a:avLst/>
          </a:prstGeom>
          <a:noFill/>
          <a:ln w="31750">
            <a:solidFill>
              <a:srgbClr val="12977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5400000">
            <a:off x="5202936" y="1984248"/>
            <a:ext cx="201168" cy="201168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7" name="Shape 4"/>
          <p:cNvSpPr/>
          <p:nvPr/>
        </p:nvSpPr>
        <p:spPr>
          <a:xfrm>
            <a:off x="5477256" y="1755648"/>
            <a:ext cx="786384" cy="658368"/>
          </a:xfrm>
          <a:prstGeom prst="roundRect">
            <a:avLst>
              <a:gd name="adj" fmla="val 16667"/>
            </a:avLst>
          </a:prstGeom>
          <a:solidFill>
            <a:srgbClr val="1297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77256" y="1901952"/>
            <a:ext cx="7863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889504"/>
            <a:ext cx="786384" cy="658368"/>
          </a:xfrm>
          <a:prstGeom prst="roundRect">
            <a:avLst>
              <a:gd name="adj" fmla="val 16667"/>
            </a:avLst>
          </a:prstGeom>
          <a:ln w="19050">
            <a:solidFill>
              <a:srgbClr val="C9C9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3035808"/>
            <a:ext cx="7863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858768" y="3218688"/>
            <a:ext cx="1335024" cy="0"/>
          </a:xfrm>
          <a:prstGeom prst="line">
            <a:avLst/>
          </a:prstGeom>
          <a:noFill/>
          <a:ln w="31750">
            <a:solidFill>
              <a:srgbClr val="1297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5400000">
            <a:off x="5202936" y="3118104"/>
            <a:ext cx="201168" cy="201168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77256" y="2889504"/>
            <a:ext cx="786384" cy="658368"/>
          </a:xfrm>
          <a:prstGeom prst="roundRect">
            <a:avLst>
              <a:gd name="adj" fmla="val 16667"/>
            </a:avLst>
          </a:prstGeom>
          <a:solidFill>
            <a:srgbClr val="12977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77256" y="3035808"/>
            <a:ext cx="7863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SEE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88720" y="2103120"/>
            <a:ext cx="7040880" cy="38404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Shape 1"/>
          <p:cNvSpPr/>
          <p:nvPr/>
        </p:nvSpPr>
        <p:spPr>
          <a:xfrm>
            <a:off x="2068830" y="2103120"/>
            <a:ext cx="2493645" cy="384048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LONDON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188720" y="2798064"/>
            <a:ext cx="7040880" cy="38404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7" name="Shape 4"/>
          <p:cNvSpPr/>
          <p:nvPr/>
        </p:nvSpPr>
        <p:spPr>
          <a:xfrm>
            <a:off x="3535680" y="2798064"/>
            <a:ext cx="2640330" cy="384048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YORK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88720" y="3749040"/>
            <a:ext cx="704088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8720" y="3749040"/>
            <a:ext cx="0" cy="118872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00:00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48940" y="3749040"/>
            <a:ext cx="0" cy="118872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9174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06:00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3749040"/>
            <a:ext cx="0" cy="118872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5196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12:00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69380" y="3749040"/>
            <a:ext cx="0" cy="118872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1218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18:00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0" y="3749040"/>
            <a:ext cx="0" cy="118872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24:00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0" y="1417320"/>
            <a:ext cx="0" cy="251460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12848"/>
            <a:ext cx="3474720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orders are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212848"/>
            <a:ext cx="3474720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goes for them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63040" y="2697480"/>
            <a:ext cx="621792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818120" y="2551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LEVEL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154680" y="2880360"/>
            <a:ext cx="1554480" cy="9144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6" name="Shape 3"/>
          <p:cNvSpPr/>
          <p:nvPr/>
        </p:nvSpPr>
        <p:spPr>
          <a:xfrm>
            <a:off x="3282696" y="3099816"/>
            <a:ext cx="1298448" cy="9144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7" name="Shape 4"/>
          <p:cNvSpPr/>
          <p:nvPr/>
        </p:nvSpPr>
        <p:spPr>
          <a:xfrm>
            <a:off x="3410712" y="3319272"/>
            <a:ext cx="1042416" cy="9144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8" name="Shape 5"/>
          <p:cNvSpPr/>
          <p:nvPr/>
        </p:nvSpPr>
        <p:spPr>
          <a:xfrm>
            <a:off x="3538728" y="3538728"/>
            <a:ext cx="786384" cy="9144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432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65960" y="1481328"/>
            <a:ext cx="1965960" cy="2185416"/>
          </a:xfrm>
          <a:prstGeom prst="line">
            <a:avLst/>
          </a:prstGeom>
          <a:noFill/>
          <a:ln w="44450">
            <a:solidFill>
              <a:srgbClr val="12977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3931920" y="1298448"/>
            <a:ext cx="2240280" cy="2368296"/>
          </a:xfrm>
          <a:prstGeom prst="line">
            <a:avLst/>
          </a:prstGeom>
          <a:noFill/>
          <a:ln w="44450">
            <a:solidFill>
              <a:srgbClr val="1297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088136"/>
            <a:ext cx="237744" cy="237744"/>
          </a:xfrm>
          <a:prstGeom prst="triangle">
            <a:avLst/>
          </a:prstGeom>
          <a:solidFill>
            <a:srgbClr val="12977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RANGE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2743200" y="1517904"/>
            <a:ext cx="5760720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BIAS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0" y="2304288"/>
            <a:ext cx="5760720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3090672"/>
            <a:ext cx="5760720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ENTRY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0" y="3877056"/>
            <a:ext cx="1234440" cy="310896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4590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much it actually decides the trade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04088" y="1920240"/>
            <a:ext cx="1060704" cy="1298448"/>
          </a:xfrm>
          <a:prstGeom prst="roundRect">
            <a:avLst>
              <a:gd name="adj" fmla="val 8621"/>
            </a:avLst>
          </a:prstGeom>
          <a:solidFill>
            <a:srgbClr val="12977F">
              <a:alpha val="12000"/>
            </a:srgbClr>
          </a:solidFill>
          <a:ln w="25400">
            <a:solidFill>
              <a:srgbClr val="12977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04088" y="2313432"/>
            <a:ext cx="10607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039112" y="1920240"/>
            <a:ext cx="1060704" cy="1298448"/>
          </a:xfrm>
          <a:prstGeom prst="roundRect">
            <a:avLst>
              <a:gd name="adj" fmla="val 8621"/>
            </a:avLst>
          </a:prstGeom>
          <a:solidFill>
            <a:srgbClr val="12977F">
              <a:alpha val="12000"/>
            </a:srgbClr>
          </a:solidFill>
          <a:ln w="25400">
            <a:solidFill>
              <a:srgbClr val="1297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039112" y="2313432"/>
            <a:ext cx="10607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374136" y="1920240"/>
            <a:ext cx="1060704" cy="1298448"/>
          </a:xfrm>
          <a:prstGeom prst="roundRect">
            <a:avLst>
              <a:gd name="adj" fmla="val 8621"/>
            </a:avLst>
          </a:prstGeom>
          <a:ln w="19050">
            <a:solidFill>
              <a:srgbClr val="C9C9C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88816" y="2359152"/>
            <a:ext cx="231343" cy="273406"/>
          </a:xfrm>
          <a:prstGeom prst="roundRect">
            <a:avLst>
              <a:gd name="adj" fmla="val 45455"/>
            </a:avLst>
          </a:prstGeom>
          <a:ln w="25400">
            <a:solidFill>
              <a:srgbClr val="9A9A9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25723" y="2506370"/>
            <a:ext cx="357530" cy="273406"/>
          </a:xfrm>
          <a:prstGeom prst="roundRect">
            <a:avLst>
              <a:gd name="adj" fmla="val 15385"/>
            </a:avLst>
          </a:prstGeom>
          <a:solidFill>
            <a:srgbClr val="9A9A9A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920240"/>
            <a:ext cx="1060704" cy="1298448"/>
          </a:xfrm>
          <a:prstGeom prst="roundRect">
            <a:avLst>
              <a:gd name="adj" fmla="val 8621"/>
            </a:avLst>
          </a:prstGeom>
          <a:ln w="19050">
            <a:solidFill>
              <a:srgbClr val="C9C9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3840" y="2359152"/>
            <a:ext cx="231343" cy="273406"/>
          </a:xfrm>
          <a:prstGeom prst="roundRect">
            <a:avLst>
              <a:gd name="adj" fmla="val 45455"/>
            </a:avLst>
          </a:prstGeom>
          <a:ln w="25400">
            <a:solidFill>
              <a:srgbClr val="9A9A9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60747" y="2506370"/>
            <a:ext cx="357530" cy="273406"/>
          </a:xfrm>
          <a:prstGeom prst="roundRect">
            <a:avLst>
              <a:gd name="adj" fmla="val 15385"/>
            </a:avLst>
          </a:prstGeom>
          <a:solidFill>
            <a:srgbClr val="9A9A9A"/>
          </a:solidFill>
          <a:ln/>
        </p:spPr>
      </p:sp>
      <p:sp>
        <p:nvSpPr>
          <p:cNvPr id="13" name="Shape 10"/>
          <p:cNvSpPr/>
          <p:nvPr/>
        </p:nvSpPr>
        <p:spPr>
          <a:xfrm>
            <a:off x="6044184" y="1920240"/>
            <a:ext cx="1060704" cy="1298448"/>
          </a:xfrm>
          <a:prstGeom prst="roundRect">
            <a:avLst>
              <a:gd name="adj" fmla="val 8621"/>
            </a:avLst>
          </a:prstGeom>
          <a:ln w="19050">
            <a:solidFill>
              <a:srgbClr val="C9C9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58864" y="2359152"/>
            <a:ext cx="231343" cy="273406"/>
          </a:xfrm>
          <a:prstGeom prst="roundRect">
            <a:avLst>
              <a:gd name="adj" fmla="val 45455"/>
            </a:avLst>
          </a:prstGeom>
          <a:ln w="25400">
            <a:solidFill>
              <a:srgbClr val="9A9A9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95771" y="2506370"/>
            <a:ext cx="357530" cy="273406"/>
          </a:xfrm>
          <a:prstGeom prst="roundRect">
            <a:avLst>
              <a:gd name="adj" fmla="val 15385"/>
            </a:avLst>
          </a:prstGeom>
          <a:solidFill>
            <a:srgbClr val="9A9A9A"/>
          </a:solidFill>
          <a:ln/>
        </p:spPr>
      </p:sp>
      <p:sp>
        <p:nvSpPr>
          <p:cNvPr id="16" name="Shape 13"/>
          <p:cNvSpPr/>
          <p:nvPr/>
        </p:nvSpPr>
        <p:spPr>
          <a:xfrm>
            <a:off x="7379208" y="1920240"/>
            <a:ext cx="1060704" cy="1298448"/>
          </a:xfrm>
          <a:prstGeom prst="roundRect">
            <a:avLst>
              <a:gd name="adj" fmla="val 8621"/>
            </a:avLst>
          </a:prstGeom>
          <a:ln w="19050">
            <a:solidFill>
              <a:srgbClr val="C9C9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93888" y="2359152"/>
            <a:ext cx="231343" cy="273406"/>
          </a:xfrm>
          <a:prstGeom prst="roundRect">
            <a:avLst>
              <a:gd name="adj" fmla="val 45455"/>
            </a:avLst>
          </a:prstGeom>
          <a:ln w="25400">
            <a:solidFill>
              <a:srgbClr val="9A9A9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30795" y="2506370"/>
            <a:ext cx="357530" cy="273406"/>
          </a:xfrm>
          <a:prstGeom prst="roundRect">
            <a:avLst>
              <a:gd name="adj" fmla="val 15385"/>
            </a:avLst>
          </a:prstGeom>
          <a:solidFill>
            <a:srgbClr val="9A9A9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1208" y="345643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YOURS TODAY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191256" y="3456432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NDA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547872" y="1627632"/>
            <a:ext cx="2048256" cy="2048256"/>
          </a:xfrm>
          <a:prstGeom prst="ellipse">
            <a:avLst/>
          </a:prstGeom>
          <a:ln w="38100">
            <a:solidFill>
              <a:srgbClr val="129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364992" y="1444752"/>
            <a:ext cx="2414016" cy="2414016"/>
          </a:xfrm>
          <a:prstGeom prst="ellipse">
            <a:avLst/>
          </a:prstGeom>
          <a:ln w="12700">
            <a:solidFill>
              <a:srgbClr val="129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51376" y="2679192"/>
            <a:ext cx="329184" cy="320040"/>
          </a:xfrm>
          <a:prstGeom prst="line">
            <a:avLst/>
          </a:prstGeom>
          <a:noFill/>
          <a:ln w="63500">
            <a:solidFill>
              <a:srgbClr val="12977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480560" y="2286000"/>
            <a:ext cx="566928" cy="713232"/>
          </a:xfrm>
          <a:prstGeom prst="line">
            <a:avLst/>
          </a:prstGeom>
          <a:noFill/>
          <a:ln w="63500">
            <a:solidFill>
              <a:srgbClr val="1297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UNTIL YOU'RE FUNDED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17320" y="2651760"/>
            <a:ext cx="6309360" cy="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2377440"/>
            <a:ext cx="548640" cy="5486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1430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LINK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97680" y="2377440"/>
            <a:ext cx="548640" cy="5486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52360" y="2377440"/>
            <a:ext cx="548640" cy="5486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52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 A CALL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2026-08-23T18:24:22Z</dcterms:created>
  <dcterms:modified xsi:type="dcterms:W3CDTF">2026-08-23T18:24:22Z</dcterms:modified>
</cp:coreProperties>
</file>
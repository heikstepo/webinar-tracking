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Graphic 1 — for slides 50-52: "Price can do anything on any given day... Time can't"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Graphic 2 — for slides 95-96: "That's all liquidity means... orders waiting to get filled"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Graphic 3 — for slides 104-110: the time based range must form INSIDE the dealing range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Graphic 4 — for slides 129-134: the losing loop (spike, buy, reverse, stopped out, flip, reverse again)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Graphic 5 — for slide 158: "Sweep one side, trade to the other side. That's the trade."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Graphic 6 — for slides 239/243-247: the market grades itself 25, 50, 75 on the way to target. Levels are unlabelled on purpose — send me the wording for each and I'll add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Graphic 7 — for slide 265: all 4 steps happen inside about 12 minutes, same order, every day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Graphic 8 — for slide 295: "It's genuinely the tip of the iceberg"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Graphic 9 — for slides 304-312: "So I basically had 2 choices..."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Graphic 10 — for slides 448-453: only the first 10 people get the bonuses and the guarantee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Graphic 11 — for slides 43-46: "You see A, you do B. You see B, you do A."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Graphic 12 — for slides 53-55: the big players trade when their desks are open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Graphic 13 — for slides 112-114: the dealing range tells you WHERE, the time based range tells you WHEN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Graphic 14 — for slide 137: before it can go anywhere it has to collect the orders on one side first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Graphic 15 — for slides 209-216: the entry is the part everyone obsesses over, and it matters least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Graphic 16 — for slides 296-302: only 2 ranges can be given away, the rest are NDA-protected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Graphic 17 — for slides 426-431: the guarantee. I keep working with you, personally, for free, until you're funded.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Graphic 18 — for slides 457-461: click the link, 2 minutes to fill out, then book a call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4572000" y="1188720"/>
            <a:ext cx="0" cy="297180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640080" y="11887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454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PRICE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 flipV="1">
            <a:off x="914400" y="2331720"/>
            <a:ext cx="411480" cy="914400"/>
          </a:xfrm>
          <a:prstGeom prst="line">
            <a:avLst/>
          </a:prstGeom>
          <a:noFill/>
          <a:ln w="31750">
            <a:solidFill>
              <a:srgbClr val="545454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325880" y="2331720"/>
            <a:ext cx="411480" cy="1280160"/>
          </a:xfrm>
          <a:prstGeom prst="line">
            <a:avLst/>
          </a:prstGeom>
          <a:noFill/>
          <a:ln w="31750">
            <a:solidFill>
              <a:srgbClr val="54545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 flipV="1">
            <a:off x="1737360" y="2011680"/>
            <a:ext cx="411480" cy="1600200"/>
          </a:xfrm>
          <a:prstGeom prst="line">
            <a:avLst/>
          </a:prstGeom>
          <a:noFill/>
          <a:ln w="31750">
            <a:solidFill>
              <a:srgbClr val="545454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148840" y="2011680"/>
            <a:ext cx="411480" cy="1005840"/>
          </a:xfrm>
          <a:prstGeom prst="line">
            <a:avLst/>
          </a:prstGeom>
          <a:noFill/>
          <a:ln w="31750">
            <a:solidFill>
              <a:srgbClr val="54545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 flipV="1">
            <a:off x="2560320" y="1874520"/>
            <a:ext cx="411480" cy="1143000"/>
          </a:xfrm>
          <a:prstGeom prst="line">
            <a:avLst/>
          </a:prstGeom>
          <a:noFill/>
          <a:ln w="31750">
            <a:solidFill>
              <a:srgbClr val="54545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971800" y="1874520"/>
            <a:ext cx="411480" cy="1508760"/>
          </a:xfrm>
          <a:prstGeom prst="line">
            <a:avLst/>
          </a:prstGeom>
          <a:noFill/>
          <a:ln w="31750">
            <a:solidFill>
              <a:srgbClr val="54545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 flipV="1">
            <a:off x="3383280" y="2468880"/>
            <a:ext cx="411480" cy="914400"/>
          </a:xfrm>
          <a:prstGeom prst="line">
            <a:avLst/>
          </a:prstGeom>
          <a:noFill/>
          <a:ln w="31750">
            <a:solidFill>
              <a:srgbClr val="54545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794760" y="2468880"/>
            <a:ext cx="365760" cy="594360"/>
          </a:xfrm>
          <a:prstGeom prst="line">
            <a:avLst/>
          </a:prstGeom>
          <a:noFill/>
          <a:ln w="31750">
            <a:solidFill>
              <a:srgbClr val="545454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0080" y="39319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454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unpredictable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4983480" y="118872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TIME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120640" y="2743200"/>
            <a:ext cx="3154680" cy="0"/>
          </a:xfrm>
          <a:prstGeom prst="line">
            <a:avLst/>
          </a:prstGeom>
          <a:noFill/>
          <a:ln w="25400">
            <a:solidFill>
              <a:srgbClr val="12977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106924" y="2432304"/>
            <a:ext cx="27432" cy="310896"/>
          </a:xfrm>
          <a:prstGeom prst="rect">
            <a:avLst/>
          </a:prstGeom>
          <a:solidFill>
            <a:srgbClr val="12977F"/>
          </a:solidFill>
          <a:ln/>
        </p:spPr>
      </p:sp>
      <p:sp>
        <p:nvSpPr>
          <p:cNvPr id="17" name="Shape 14"/>
          <p:cNvSpPr/>
          <p:nvPr/>
        </p:nvSpPr>
        <p:spPr>
          <a:xfrm>
            <a:off x="5501030" y="2432304"/>
            <a:ext cx="27432" cy="310896"/>
          </a:xfrm>
          <a:prstGeom prst="rect">
            <a:avLst/>
          </a:prstGeom>
          <a:solidFill>
            <a:srgbClr val="12977F"/>
          </a:solidFill>
          <a:ln/>
        </p:spPr>
      </p:sp>
      <p:sp>
        <p:nvSpPr>
          <p:cNvPr id="18" name="Shape 15"/>
          <p:cNvSpPr/>
          <p:nvPr/>
        </p:nvSpPr>
        <p:spPr>
          <a:xfrm>
            <a:off x="5895137" y="2432304"/>
            <a:ext cx="27432" cy="310896"/>
          </a:xfrm>
          <a:prstGeom prst="rect">
            <a:avLst/>
          </a:prstGeom>
          <a:solidFill>
            <a:srgbClr val="12977F"/>
          </a:solidFill>
          <a:ln/>
        </p:spPr>
      </p:sp>
      <p:sp>
        <p:nvSpPr>
          <p:cNvPr id="19" name="Shape 16"/>
          <p:cNvSpPr/>
          <p:nvPr/>
        </p:nvSpPr>
        <p:spPr>
          <a:xfrm>
            <a:off x="6289243" y="2432304"/>
            <a:ext cx="27432" cy="310896"/>
          </a:xfrm>
          <a:prstGeom prst="rect">
            <a:avLst/>
          </a:prstGeom>
          <a:solidFill>
            <a:srgbClr val="12977F"/>
          </a:solidFill>
          <a:ln/>
        </p:spPr>
      </p:sp>
      <p:sp>
        <p:nvSpPr>
          <p:cNvPr id="20" name="Shape 17"/>
          <p:cNvSpPr/>
          <p:nvPr/>
        </p:nvSpPr>
        <p:spPr>
          <a:xfrm>
            <a:off x="6683350" y="2432304"/>
            <a:ext cx="27432" cy="310896"/>
          </a:xfrm>
          <a:prstGeom prst="rect">
            <a:avLst/>
          </a:prstGeom>
          <a:solidFill>
            <a:srgbClr val="12977F"/>
          </a:solidFill>
          <a:ln/>
        </p:spPr>
      </p:sp>
      <p:sp>
        <p:nvSpPr>
          <p:cNvPr id="21" name="Shape 18"/>
          <p:cNvSpPr/>
          <p:nvPr/>
        </p:nvSpPr>
        <p:spPr>
          <a:xfrm>
            <a:off x="7077456" y="2432304"/>
            <a:ext cx="27432" cy="310896"/>
          </a:xfrm>
          <a:prstGeom prst="rect">
            <a:avLst/>
          </a:prstGeom>
          <a:solidFill>
            <a:srgbClr val="12977F"/>
          </a:solidFill>
          <a:ln/>
        </p:spPr>
      </p:sp>
      <p:sp>
        <p:nvSpPr>
          <p:cNvPr id="22" name="Shape 19"/>
          <p:cNvSpPr/>
          <p:nvPr/>
        </p:nvSpPr>
        <p:spPr>
          <a:xfrm>
            <a:off x="7471562" y="2432304"/>
            <a:ext cx="27432" cy="310896"/>
          </a:xfrm>
          <a:prstGeom prst="rect">
            <a:avLst/>
          </a:prstGeom>
          <a:solidFill>
            <a:srgbClr val="12977F"/>
          </a:solidFill>
          <a:ln/>
        </p:spPr>
      </p:sp>
      <p:sp>
        <p:nvSpPr>
          <p:cNvPr id="23" name="Shape 20"/>
          <p:cNvSpPr/>
          <p:nvPr/>
        </p:nvSpPr>
        <p:spPr>
          <a:xfrm>
            <a:off x="7865669" y="2432304"/>
            <a:ext cx="27432" cy="310896"/>
          </a:xfrm>
          <a:prstGeom prst="rect">
            <a:avLst/>
          </a:prstGeom>
          <a:solidFill>
            <a:srgbClr val="12977F"/>
          </a:solidFill>
          <a:ln/>
        </p:spPr>
      </p:sp>
      <p:sp>
        <p:nvSpPr>
          <p:cNvPr id="24" name="Shape 21"/>
          <p:cNvSpPr/>
          <p:nvPr/>
        </p:nvSpPr>
        <p:spPr>
          <a:xfrm>
            <a:off x="8259775" y="2432304"/>
            <a:ext cx="27432" cy="310896"/>
          </a:xfrm>
          <a:prstGeom prst="rect">
            <a:avLst/>
          </a:prstGeom>
          <a:solidFill>
            <a:srgbClr val="12977F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4983480" y="393192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same, every day, forever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2743200" y="2121408"/>
            <a:ext cx="3657600" cy="1444752"/>
          </a:xfrm>
          <a:prstGeom prst="rect">
            <a:avLst/>
          </a:prstGeom>
          <a:ln w="15875">
            <a:solidFill>
              <a:srgbClr val="3A3A3A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2331720" y="2121408"/>
            <a:ext cx="448056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2331720" y="3566160"/>
            <a:ext cx="448056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903720" y="19842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454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HIGH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903720" y="34290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454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LOW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520440" y="1847088"/>
            <a:ext cx="2103120" cy="91440"/>
          </a:xfrm>
          <a:prstGeom prst="rect">
            <a:avLst/>
          </a:prstGeom>
          <a:solidFill>
            <a:srgbClr val="12977F"/>
          </a:solidFill>
          <a:ln/>
        </p:spPr>
      </p:sp>
      <p:sp>
        <p:nvSpPr>
          <p:cNvPr id="9" name="Shape 6"/>
          <p:cNvSpPr/>
          <p:nvPr/>
        </p:nvSpPr>
        <p:spPr>
          <a:xfrm>
            <a:off x="3520440" y="3749040"/>
            <a:ext cx="2103120" cy="91440"/>
          </a:xfrm>
          <a:prstGeom prst="rect">
            <a:avLst/>
          </a:prstGeom>
          <a:solidFill>
            <a:srgbClr val="12977F"/>
          </a:solidFill>
          <a:ln/>
        </p:spPr>
      </p:sp>
      <p:sp>
        <p:nvSpPr>
          <p:cNvPr id="10" name="Shape 7"/>
          <p:cNvSpPr/>
          <p:nvPr/>
        </p:nvSpPr>
        <p:spPr>
          <a:xfrm>
            <a:off x="3675888" y="1627632"/>
            <a:ext cx="1792224" cy="91440"/>
          </a:xfrm>
          <a:prstGeom prst="rect">
            <a:avLst/>
          </a:prstGeom>
          <a:solidFill>
            <a:srgbClr val="12977F"/>
          </a:solidFill>
          <a:ln/>
        </p:spPr>
      </p:sp>
      <p:sp>
        <p:nvSpPr>
          <p:cNvPr id="11" name="Shape 8"/>
          <p:cNvSpPr/>
          <p:nvPr/>
        </p:nvSpPr>
        <p:spPr>
          <a:xfrm>
            <a:off x="3675888" y="3968496"/>
            <a:ext cx="1792224" cy="91440"/>
          </a:xfrm>
          <a:prstGeom prst="rect">
            <a:avLst/>
          </a:prstGeom>
          <a:solidFill>
            <a:srgbClr val="12977F"/>
          </a:solidFill>
          <a:ln/>
        </p:spPr>
      </p:sp>
      <p:sp>
        <p:nvSpPr>
          <p:cNvPr id="12" name="Shape 9"/>
          <p:cNvSpPr/>
          <p:nvPr/>
        </p:nvSpPr>
        <p:spPr>
          <a:xfrm>
            <a:off x="3831336" y="1408176"/>
            <a:ext cx="1481328" cy="91440"/>
          </a:xfrm>
          <a:prstGeom prst="rect">
            <a:avLst/>
          </a:prstGeom>
          <a:solidFill>
            <a:srgbClr val="12977F"/>
          </a:solidFill>
          <a:ln/>
        </p:spPr>
      </p:sp>
      <p:sp>
        <p:nvSpPr>
          <p:cNvPr id="13" name="Shape 10"/>
          <p:cNvSpPr/>
          <p:nvPr/>
        </p:nvSpPr>
        <p:spPr>
          <a:xfrm>
            <a:off x="3831336" y="4187952"/>
            <a:ext cx="1481328" cy="91440"/>
          </a:xfrm>
          <a:prstGeom prst="rect">
            <a:avLst/>
          </a:prstGeom>
          <a:solidFill>
            <a:srgbClr val="12977F"/>
          </a:solidFill>
          <a:ln/>
        </p:spPr>
      </p:sp>
      <p:sp>
        <p:nvSpPr>
          <p:cNvPr id="14" name="Shape 11"/>
          <p:cNvSpPr/>
          <p:nvPr/>
        </p:nvSpPr>
        <p:spPr>
          <a:xfrm>
            <a:off x="3986784" y="1188720"/>
            <a:ext cx="1170432" cy="91440"/>
          </a:xfrm>
          <a:prstGeom prst="rect">
            <a:avLst/>
          </a:prstGeom>
          <a:solidFill>
            <a:srgbClr val="12977F"/>
          </a:solidFill>
          <a:ln/>
        </p:spPr>
      </p:sp>
      <p:sp>
        <p:nvSpPr>
          <p:cNvPr id="15" name="Shape 12"/>
          <p:cNvSpPr/>
          <p:nvPr/>
        </p:nvSpPr>
        <p:spPr>
          <a:xfrm>
            <a:off x="3986784" y="4407408"/>
            <a:ext cx="1170432" cy="91440"/>
          </a:xfrm>
          <a:prstGeom prst="rect">
            <a:avLst/>
          </a:prstGeom>
          <a:solidFill>
            <a:srgbClr val="12977F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2743200" y="9326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ORDERS RESTING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2743200" y="444398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ORDERS RESTING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1554480" y="1874520"/>
            <a:ext cx="4937760" cy="1965960"/>
          </a:xfrm>
          <a:prstGeom prst="rect">
            <a:avLst/>
          </a:prstGeom>
          <a:ln w="15875">
            <a:solidFill>
              <a:srgbClr val="3A3A3A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554480" y="1874520"/>
            <a:ext cx="493776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554480" y="3840480"/>
            <a:ext cx="493776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656832" y="17373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454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DEALING RANGE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3246120" y="2331720"/>
            <a:ext cx="1737360" cy="978408"/>
          </a:xfrm>
          <a:prstGeom prst="rect">
            <a:avLst/>
          </a:prstGeom>
          <a:solidFill>
            <a:srgbClr val="12977F">
              <a:alpha val="12000"/>
            </a:srgbClr>
          </a:solidFill>
          <a:ln w="25400">
            <a:solidFill>
              <a:srgbClr val="12977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2606040" y="341985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TIME BASED RANGE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337560" y="1728216"/>
            <a:ext cx="1371600" cy="73152"/>
          </a:xfrm>
          <a:prstGeom prst="rect">
            <a:avLst/>
          </a:prstGeom>
          <a:solidFill>
            <a:srgbClr val="12977F"/>
          </a:solidFill>
          <a:ln/>
        </p:spPr>
      </p:sp>
      <p:sp>
        <p:nvSpPr>
          <p:cNvPr id="10" name="Shape 7"/>
          <p:cNvSpPr/>
          <p:nvPr/>
        </p:nvSpPr>
        <p:spPr>
          <a:xfrm>
            <a:off x="3337560" y="3913632"/>
            <a:ext cx="1371600" cy="73152"/>
          </a:xfrm>
          <a:prstGeom prst="rect">
            <a:avLst/>
          </a:prstGeom>
          <a:solidFill>
            <a:srgbClr val="12977F"/>
          </a:solidFill>
          <a:ln/>
        </p:spPr>
      </p:sp>
      <p:sp>
        <p:nvSpPr>
          <p:cNvPr id="11" name="Shape 8"/>
          <p:cNvSpPr/>
          <p:nvPr/>
        </p:nvSpPr>
        <p:spPr>
          <a:xfrm>
            <a:off x="3474720" y="1554480"/>
            <a:ext cx="1097280" cy="73152"/>
          </a:xfrm>
          <a:prstGeom prst="rect">
            <a:avLst/>
          </a:prstGeom>
          <a:solidFill>
            <a:srgbClr val="12977F"/>
          </a:solidFill>
          <a:ln/>
        </p:spPr>
      </p:sp>
      <p:sp>
        <p:nvSpPr>
          <p:cNvPr id="12" name="Shape 9"/>
          <p:cNvSpPr/>
          <p:nvPr/>
        </p:nvSpPr>
        <p:spPr>
          <a:xfrm>
            <a:off x="3474720" y="4087368"/>
            <a:ext cx="1097280" cy="73152"/>
          </a:xfrm>
          <a:prstGeom prst="rect">
            <a:avLst/>
          </a:prstGeom>
          <a:solidFill>
            <a:srgbClr val="12977F"/>
          </a:solidFill>
          <a:ln/>
        </p:spPr>
      </p:sp>
      <p:sp>
        <p:nvSpPr>
          <p:cNvPr id="13" name="Shape 10"/>
          <p:cNvSpPr/>
          <p:nvPr/>
        </p:nvSpPr>
        <p:spPr>
          <a:xfrm>
            <a:off x="3611880" y="1380744"/>
            <a:ext cx="822960" cy="73152"/>
          </a:xfrm>
          <a:prstGeom prst="rect">
            <a:avLst/>
          </a:prstGeom>
          <a:solidFill>
            <a:srgbClr val="12977F"/>
          </a:solidFill>
          <a:ln/>
        </p:spPr>
      </p:sp>
      <p:sp>
        <p:nvSpPr>
          <p:cNvPr id="14" name="Shape 11"/>
          <p:cNvSpPr/>
          <p:nvPr/>
        </p:nvSpPr>
        <p:spPr>
          <a:xfrm>
            <a:off x="3611880" y="4261104"/>
            <a:ext cx="822960" cy="73152"/>
          </a:xfrm>
          <a:prstGeom prst="rect">
            <a:avLst/>
          </a:prstGeom>
          <a:solidFill>
            <a:srgbClr val="12977F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31520" y="4626864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454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both stacks still untouched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3364992" y="1490472"/>
            <a:ext cx="2414016" cy="2414016"/>
          </a:xfrm>
          <a:prstGeom prst="ellipse">
            <a:avLst/>
          </a:prstGeom>
          <a:ln w="19050">
            <a:solidFill>
              <a:srgbClr val="3A3A3A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4503420" y="1421892"/>
            <a:ext cx="137160" cy="13716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3520440" y="8686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Market spikes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548720" y="2025396"/>
            <a:ext cx="137160" cy="13716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4977524" y="170992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You buy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548720" y="3232404"/>
            <a:ext cx="137160" cy="13716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4977524" y="339242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It reverses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503420" y="3835908"/>
            <a:ext cx="137160" cy="13716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3520440" y="423367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Stops you out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458120" y="3232404"/>
            <a:ext cx="137160" cy="13716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2063356" y="339242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You flip and sell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458120" y="2025396"/>
            <a:ext cx="137160" cy="13716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2063356" y="170992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It reverses again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 rot="10800000">
            <a:off x="5637296" y="2909293"/>
            <a:ext cx="201168" cy="201168"/>
          </a:xfrm>
          <a:prstGeom prst="triangle">
            <a:avLst/>
          </a:prstGeom>
          <a:solidFill>
            <a:srgbClr val="12977F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2194560" y="1691640"/>
            <a:ext cx="4754880" cy="2011680"/>
          </a:xfrm>
          <a:prstGeom prst="rect">
            <a:avLst/>
          </a:prstGeom>
          <a:ln w="15875">
            <a:solidFill>
              <a:srgbClr val="3A3A3A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2194560" y="1691640"/>
            <a:ext cx="475488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2194560" y="3703320"/>
            <a:ext cx="475488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697480" y="2697480"/>
            <a:ext cx="1005840" cy="1389888"/>
          </a:xfrm>
          <a:prstGeom prst="line">
            <a:avLst/>
          </a:prstGeom>
          <a:noFill/>
          <a:ln w="38100">
            <a:solidFill>
              <a:srgbClr val="12977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 flipV="1">
            <a:off x="3703320" y="1645920"/>
            <a:ext cx="2651760" cy="2441448"/>
          </a:xfrm>
          <a:prstGeom prst="line">
            <a:avLst/>
          </a:prstGeom>
          <a:noFill/>
          <a:ln w="38100">
            <a:solidFill>
              <a:srgbClr val="12977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300216" y="1444752"/>
            <a:ext cx="237744" cy="237744"/>
          </a:xfrm>
          <a:prstGeom prst="triangle">
            <a:avLst/>
          </a:prstGeom>
          <a:solidFill>
            <a:srgbClr val="12977F"/>
          </a:solidFill>
          <a:ln/>
        </p:spPr>
      </p:sp>
      <p:sp>
        <p:nvSpPr>
          <p:cNvPr id="9" name="Shape 6"/>
          <p:cNvSpPr/>
          <p:nvPr/>
        </p:nvSpPr>
        <p:spPr>
          <a:xfrm>
            <a:off x="3621024" y="4005072"/>
            <a:ext cx="164592" cy="164592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2834640" y="427024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SWEPT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7086600" y="154533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TARGET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4105656" y="1188720"/>
            <a:ext cx="109728" cy="3154680"/>
          </a:xfrm>
          <a:prstGeom prst="rect">
            <a:avLst/>
          </a:prstGeom>
          <a:solidFill>
            <a:srgbClr val="3A3A3A"/>
          </a:solidFill>
          <a:ln/>
        </p:spPr>
      </p:sp>
      <p:sp>
        <p:nvSpPr>
          <p:cNvPr id="4" name="Shape 1"/>
          <p:cNvSpPr/>
          <p:nvPr/>
        </p:nvSpPr>
        <p:spPr>
          <a:xfrm>
            <a:off x="4105656" y="1188720"/>
            <a:ext cx="109728" cy="2366010"/>
          </a:xfrm>
          <a:prstGeom prst="rect">
            <a:avLst/>
          </a:prstGeom>
          <a:solidFill>
            <a:srgbClr val="12977F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4544568" y="104241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TARGET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44568" y="421538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ENTRY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794760" y="3554730"/>
            <a:ext cx="676656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069080" y="3463290"/>
            <a:ext cx="182880" cy="18288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4562856" y="341757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25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3794760" y="2766060"/>
            <a:ext cx="676656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069080" y="2674620"/>
            <a:ext cx="182880" cy="18288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562856" y="26289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50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3794760" y="1977390"/>
            <a:ext cx="676656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069080" y="1885950"/>
            <a:ext cx="182880" cy="18288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4562856" y="184023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75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960120" y="2788920"/>
            <a:ext cx="7223760" cy="0"/>
          </a:xfrm>
          <a:prstGeom prst="line">
            <a:avLst/>
          </a:prstGeom>
          <a:noFill/>
          <a:ln w="25400">
            <a:solidFill>
              <a:srgbClr val="3A3A3A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744218" y="2670048"/>
            <a:ext cx="237744" cy="237744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1405890" y="2002536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994410" y="30632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RANGE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3550158" y="2670048"/>
            <a:ext cx="237744" cy="237744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211830" y="2002536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2800350" y="30632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BIAS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356098" y="2670048"/>
            <a:ext cx="237744" cy="237744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017770" y="2002536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4606290" y="30632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ENTRY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7162038" y="2670048"/>
            <a:ext cx="237744" cy="237744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823710" y="2002536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6412230" y="30632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EXIT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 rot="5400000">
            <a:off x="8147304" y="2697480"/>
            <a:ext cx="182880" cy="182880"/>
          </a:xfrm>
          <a:prstGeom prst="triangle">
            <a:avLst/>
          </a:prstGeom>
          <a:solidFill>
            <a:srgbClr val="3A3A3A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960120" y="3968496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454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~12 MINUTES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 rot="10800000">
            <a:off x="2487168" y="2395728"/>
            <a:ext cx="4169664" cy="2103120"/>
          </a:xfrm>
          <a:prstGeom prst="trapezoid">
            <a:avLst/>
          </a:prstGeom>
          <a:solidFill>
            <a:srgbClr val="545454"/>
          </a:solidFill>
          <a:ln/>
        </p:spPr>
      </p:sp>
      <p:sp>
        <p:nvSpPr>
          <p:cNvPr id="4" name="Shape 1"/>
          <p:cNvSpPr/>
          <p:nvPr/>
        </p:nvSpPr>
        <p:spPr>
          <a:xfrm>
            <a:off x="3986784" y="1444752"/>
            <a:ext cx="1170432" cy="950976"/>
          </a:xfrm>
          <a:prstGeom prst="triangle">
            <a:avLst/>
          </a:prstGeom>
          <a:solidFill>
            <a:srgbClr val="12977F"/>
          </a:solidFill>
          <a:ln/>
        </p:spPr>
      </p:sp>
      <p:sp>
        <p:nvSpPr>
          <p:cNvPr id="5" name="Shape 2"/>
          <p:cNvSpPr/>
          <p:nvPr/>
        </p:nvSpPr>
        <p:spPr>
          <a:xfrm>
            <a:off x="777240" y="2395728"/>
            <a:ext cx="758952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230368" y="1883664"/>
            <a:ext cx="1124712" cy="0"/>
          </a:xfrm>
          <a:prstGeom prst="line">
            <a:avLst/>
          </a:prstGeom>
          <a:noFill/>
          <a:ln w="15875">
            <a:solidFill>
              <a:srgbClr val="12977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46520" y="174650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YOU SAW TODAY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788920" y="3200400"/>
            <a:ext cx="914400" cy="0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85800" y="30632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454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EVERYTHING ELSE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4572000" y="2962656"/>
            <a:ext cx="0" cy="950976"/>
          </a:xfrm>
          <a:prstGeom prst="line">
            <a:avLst/>
          </a:prstGeom>
          <a:noFill/>
          <a:ln w="38100">
            <a:solidFill>
              <a:srgbClr val="FFFFFF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4471416" y="2862072"/>
            <a:ext cx="201168" cy="20116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2331720" y="1810512"/>
            <a:ext cx="2240280" cy="1152144"/>
          </a:xfrm>
          <a:prstGeom prst="line">
            <a:avLst/>
          </a:prstGeom>
          <a:noFill/>
          <a:ln w="38100">
            <a:solidFill>
              <a:srgbClr val="545454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flipV="1">
            <a:off x="4572000" y="1810512"/>
            <a:ext cx="2240280" cy="1152144"/>
          </a:xfrm>
          <a:prstGeom prst="line">
            <a:avLst/>
          </a:prstGeom>
          <a:noFill/>
          <a:ln w="38100">
            <a:solidFill>
              <a:srgbClr val="12977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121408" y="1627632"/>
            <a:ext cx="219456" cy="219456"/>
          </a:xfrm>
          <a:prstGeom prst="triangle">
            <a:avLst/>
          </a:prstGeom>
          <a:solidFill>
            <a:srgbClr val="545454"/>
          </a:solidFill>
          <a:ln/>
        </p:spPr>
      </p:sp>
      <p:sp>
        <p:nvSpPr>
          <p:cNvPr id="8" name="Shape 5"/>
          <p:cNvSpPr/>
          <p:nvPr/>
        </p:nvSpPr>
        <p:spPr>
          <a:xfrm>
            <a:off x="6803136" y="1627632"/>
            <a:ext cx="219456" cy="219456"/>
          </a:xfrm>
          <a:prstGeom prst="triangle">
            <a:avLst/>
          </a:prstGeom>
          <a:solidFill>
            <a:srgbClr val="12977F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316736" y="914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454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OPTION 1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1316736" y="12070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454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 your own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5998464" y="914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OPTION 2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998464" y="12070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with me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822960" y="1389888"/>
            <a:ext cx="7498080" cy="1584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</a:t>
            </a:r>
            <a:endParaRPr lang="en-US" sz="9600" dirty="0"/>
          </a:p>
        </p:txBody>
      </p:sp>
      <p:sp>
        <p:nvSpPr>
          <p:cNvPr id="4" name="Text 1"/>
          <p:cNvSpPr txBox="1"/>
          <p:nvPr/>
        </p:nvSpPr>
        <p:spPr>
          <a:xfrm>
            <a:off x="822960" y="276148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SPOTS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2276856" y="3602736"/>
            <a:ext cx="310896" cy="310896"/>
          </a:xfrm>
          <a:prstGeom prst="roundRect">
            <a:avLst>
              <a:gd name="adj" fmla="val 26471"/>
            </a:avLst>
          </a:prstGeom>
          <a:solidFill>
            <a:srgbClr val="12977F"/>
          </a:solidFill>
          <a:ln/>
        </p:spPr>
      </p:sp>
      <p:sp>
        <p:nvSpPr>
          <p:cNvPr id="6" name="Shape 3"/>
          <p:cNvSpPr/>
          <p:nvPr/>
        </p:nvSpPr>
        <p:spPr>
          <a:xfrm>
            <a:off x="2752344" y="3602736"/>
            <a:ext cx="310896" cy="310896"/>
          </a:xfrm>
          <a:prstGeom prst="roundRect">
            <a:avLst>
              <a:gd name="adj" fmla="val 26471"/>
            </a:avLst>
          </a:prstGeom>
          <a:solidFill>
            <a:srgbClr val="12977F"/>
          </a:solidFill>
          <a:ln/>
        </p:spPr>
      </p:sp>
      <p:sp>
        <p:nvSpPr>
          <p:cNvPr id="7" name="Shape 4"/>
          <p:cNvSpPr/>
          <p:nvPr/>
        </p:nvSpPr>
        <p:spPr>
          <a:xfrm>
            <a:off x="3227832" y="3602736"/>
            <a:ext cx="310896" cy="310896"/>
          </a:xfrm>
          <a:prstGeom prst="roundRect">
            <a:avLst>
              <a:gd name="adj" fmla="val 26471"/>
            </a:avLst>
          </a:prstGeom>
          <a:solidFill>
            <a:srgbClr val="12977F"/>
          </a:solidFill>
          <a:ln/>
        </p:spPr>
      </p:sp>
      <p:sp>
        <p:nvSpPr>
          <p:cNvPr id="8" name="Shape 5"/>
          <p:cNvSpPr/>
          <p:nvPr/>
        </p:nvSpPr>
        <p:spPr>
          <a:xfrm>
            <a:off x="3703320" y="3602736"/>
            <a:ext cx="310896" cy="310896"/>
          </a:xfrm>
          <a:prstGeom prst="roundRect">
            <a:avLst>
              <a:gd name="adj" fmla="val 26471"/>
            </a:avLst>
          </a:prstGeom>
          <a:solidFill>
            <a:srgbClr val="12977F"/>
          </a:solidFill>
          <a:ln/>
        </p:spPr>
      </p:sp>
      <p:sp>
        <p:nvSpPr>
          <p:cNvPr id="9" name="Shape 6"/>
          <p:cNvSpPr/>
          <p:nvPr/>
        </p:nvSpPr>
        <p:spPr>
          <a:xfrm>
            <a:off x="4178808" y="3602736"/>
            <a:ext cx="310896" cy="310896"/>
          </a:xfrm>
          <a:prstGeom prst="roundRect">
            <a:avLst>
              <a:gd name="adj" fmla="val 26471"/>
            </a:avLst>
          </a:prstGeom>
          <a:solidFill>
            <a:srgbClr val="12977F"/>
          </a:solidFill>
          <a:ln/>
        </p:spPr>
      </p:sp>
      <p:sp>
        <p:nvSpPr>
          <p:cNvPr id="10" name="Shape 7"/>
          <p:cNvSpPr/>
          <p:nvPr/>
        </p:nvSpPr>
        <p:spPr>
          <a:xfrm>
            <a:off x="4654296" y="3602736"/>
            <a:ext cx="310896" cy="310896"/>
          </a:xfrm>
          <a:prstGeom prst="roundRect">
            <a:avLst>
              <a:gd name="adj" fmla="val 26471"/>
            </a:avLst>
          </a:prstGeom>
          <a:solidFill>
            <a:srgbClr val="12977F"/>
          </a:solidFill>
          <a:ln/>
        </p:spPr>
      </p:sp>
      <p:sp>
        <p:nvSpPr>
          <p:cNvPr id="11" name="Shape 8"/>
          <p:cNvSpPr/>
          <p:nvPr/>
        </p:nvSpPr>
        <p:spPr>
          <a:xfrm>
            <a:off x="5129784" y="3602736"/>
            <a:ext cx="310896" cy="310896"/>
          </a:xfrm>
          <a:prstGeom prst="roundRect">
            <a:avLst>
              <a:gd name="adj" fmla="val 26471"/>
            </a:avLst>
          </a:prstGeom>
          <a:solidFill>
            <a:srgbClr val="12977F"/>
          </a:solidFill>
          <a:ln/>
        </p:spPr>
      </p:sp>
      <p:sp>
        <p:nvSpPr>
          <p:cNvPr id="12" name="Shape 9"/>
          <p:cNvSpPr/>
          <p:nvPr/>
        </p:nvSpPr>
        <p:spPr>
          <a:xfrm>
            <a:off x="5605272" y="3602736"/>
            <a:ext cx="310896" cy="310896"/>
          </a:xfrm>
          <a:prstGeom prst="roundRect">
            <a:avLst>
              <a:gd name="adj" fmla="val 26471"/>
            </a:avLst>
          </a:prstGeom>
          <a:solidFill>
            <a:srgbClr val="12977F"/>
          </a:solidFill>
          <a:ln/>
        </p:spPr>
      </p:sp>
      <p:sp>
        <p:nvSpPr>
          <p:cNvPr id="13" name="Shape 10"/>
          <p:cNvSpPr/>
          <p:nvPr/>
        </p:nvSpPr>
        <p:spPr>
          <a:xfrm>
            <a:off x="6080760" y="3602736"/>
            <a:ext cx="310896" cy="310896"/>
          </a:xfrm>
          <a:prstGeom prst="roundRect">
            <a:avLst>
              <a:gd name="adj" fmla="val 26471"/>
            </a:avLst>
          </a:prstGeom>
          <a:solidFill>
            <a:srgbClr val="12977F"/>
          </a:solidFill>
          <a:ln/>
        </p:spPr>
      </p:sp>
      <p:sp>
        <p:nvSpPr>
          <p:cNvPr id="14" name="Shape 11"/>
          <p:cNvSpPr/>
          <p:nvPr/>
        </p:nvSpPr>
        <p:spPr>
          <a:xfrm>
            <a:off x="6556248" y="3602736"/>
            <a:ext cx="310896" cy="310896"/>
          </a:xfrm>
          <a:prstGeom prst="roundRect">
            <a:avLst>
              <a:gd name="adj" fmla="val 26471"/>
            </a:avLst>
          </a:prstGeom>
          <a:solidFill>
            <a:srgbClr val="12977F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2880360" y="1755648"/>
            <a:ext cx="786384" cy="658368"/>
          </a:xfrm>
          <a:prstGeom prst="roundRect">
            <a:avLst>
              <a:gd name="adj" fmla="val 16667"/>
            </a:avLst>
          </a:prstGeom>
          <a:ln w="19050">
            <a:solidFill>
              <a:srgbClr val="3A3A3A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2880360" y="1901952"/>
            <a:ext cx="786384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3858768" y="2084832"/>
            <a:ext cx="1335024" cy="0"/>
          </a:xfrm>
          <a:prstGeom prst="line">
            <a:avLst/>
          </a:prstGeom>
          <a:noFill/>
          <a:ln w="31750">
            <a:solidFill>
              <a:srgbClr val="12977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rot="5400000">
            <a:off x="5202936" y="1984248"/>
            <a:ext cx="201168" cy="201168"/>
          </a:xfrm>
          <a:prstGeom prst="triangle">
            <a:avLst/>
          </a:prstGeom>
          <a:solidFill>
            <a:srgbClr val="12977F"/>
          </a:solidFill>
          <a:ln/>
        </p:spPr>
      </p:sp>
      <p:sp>
        <p:nvSpPr>
          <p:cNvPr id="7" name="Shape 4"/>
          <p:cNvSpPr/>
          <p:nvPr/>
        </p:nvSpPr>
        <p:spPr>
          <a:xfrm>
            <a:off x="5477256" y="1755648"/>
            <a:ext cx="786384" cy="658368"/>
          </a:xfrm>
          <a:prstGeom prst="roundRect">
            <a:avLst>
              <a:gd name="adj" fmla="val 16667"/>
            </a:avLst>
          </a:prstGeom>
          <a:solidFill>
            <a:srgbClr val="12977F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477256" y="1901952"/>
            <a:ext cx="786384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889504"/>
            <a:ext cx="786384" cy="658368"/>
          </a:xfrm>
          <a:prstGeom prst="roundRect">
            <a:avLst>
              <a:gd name="adj" fmla="val 16667"/>
            </a:avLst>
          </a:prstGeom>
          <a:ln w="19050">
            <a:solidFill>
              <a:srgbClr val="3A3A3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880360" y="3035808"/>
            <a:ext cx="786384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3858768" y="3218688"/>
            <a:ext cx="1335024" cy="0"/>
          </a:xfrm>
          <a:prstGeom prst="line">
            <a:avLst/>
          </a:prstGeom>
          <a:noFill/>
          <a:ln w="31750">
            <a:solidFill>
              <a:srgbClr val="12977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 rot="5400000">
            <a:off x="5202936" y="3118104"/>
            <a:ext cx="201168" cy="201168"/>
          </a:xfrm>
          <a:prstGeom prst="triangle">
            <a:avLst/>
          </a:prstGeom>
          <a:solidFill>
            <a:srgbClr val="12977F"/>
          </a:solidFill>
          <a:ln/>
        </p:spPr>
      </p:sp>
      <p:sp>
        <p:nvSpPr>
          <p:cNvPr id="13" name="Shape 10"/>
          <p:cNvSpPr/>
          <p:nvPr/>
        </p:nvSpPr>
        <p:spPr>
          <a:xfrm>
            <a:off x="5477256" y="2889504"/>
            <a:ext cx="786384" cy="658368"/>
          </a:xfrm>
          <a:prstGeom prst="roundRect">
            <a:avLst>
              <a:gd name="adj" fmla="val 16667"/>
            </a:avLst>
          </a:prstGeom>
          <a:solidFill>
            <a:srgbClr val="12977F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477256" y="3035808"/>
            <a:ext cx="786384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</a:t>
            </a:r>
            <a:endParaRPr lang="en-US" sz="2400" dirty="0"/>
          </a:p>
        </p:txBody>
      </p:sp>
      <p:sp>
        <p:nvSpPr>
          <p:cNvPr id="15" name="Text 12"/>
          <p:cNvSpPr txBox="1"/>
          <p:nvPr/>
        </p:nvSpPr>
        <p:spPr>
          <a:xfrm>
            <a:off x="1828800" y="15727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454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YOU SEE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0" y="15727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454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YOU DO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1188720" y="2103120"/>
            <a:ext cx="7040880" cy="384048"/>
          </a:xfrm>
          <a:prstGeom prst="rect">
            <a:avLst/>
          </a:prstGeom>
          <a:solidFill>
            <a:srgbClr val="3A3A3A"/>
          </a:solidFill>
          <a:ln/>
        </p:spPr>
      </p:sp>
      <p:sp>
        <p:nvSpPr>
          <p:cNvPr id="4" name="Shape 1"/>
          <p:cNvSpPr/>
          <p:nvPr/>
        </p:nvSpPr>
        <p:spPr>
          <a:xfrm>
            <a:off x="2068830" y="2103120"/>
            <a:ext cx="2493645" cy="384048"/>
          </a:xfrm>
          <a:prstGeom prst="rect">
            <a:avLst/>
          </a:prstGeom>
          <a:solidFill>
            <a:srgbClr val="12977F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91440" y="215798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LONDON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1188720" y="2798064"/>
            <a:ext cx="7040880" cy="384048"/>
          </a:xfrm>
          <a:prstGeom prst="rect">
            <a:avLst/>
          </a:prstGeom>
          <a:solidFill>
            <a:srgbClr val="3A3A3A"/>
          </a:solidFill>
          <a:ln/>
        </p:spPr>
      </p:sp>
      <p:sp>
        <p:nvSpPr>
          <p:cNvPr id="7" name="Shape 4"/>
          <p:cNvSpPr/>
          <p:nvPr/>
        </p:nvSpPr>
        <p:spPr>
          <a:xfrm>
            <a:off x="3535680" y="2798064"/>
            <a:ext cx="2640330" cy="384048"/>
          </a:xfrm>
          <a:prstGeom prst="rect">
            <a:avLst/>
          </a:prstGeom>
          <a:solidFill>
            <a:srgbClr val="12977F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91440" y="285292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NEW YORK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1188720" y="3749040"/>
            <a:ext cx="7040880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188720" y="3749040"/>
            <a:ext cx="0" cy="118872"/>
          </a:xfrm>
          <a:prstGeom prst="line">
            <a:avLst/>
          </a:prstGeom>
          <a:noFill/>
          <a:ln w="12700">
            <a:solidFill>
              <a:srgbClr val="545454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31520" y="39044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454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00:00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948940" y="3749040"/>
            <a:ext cx="0" cy="118872"/>
          </a:xfrm>
          <a:prstGeom prst="line">
            <a:avLst/>
          </a:prstGeom>
          <a:noFill/>
          <a:ln w="12700">
            <a:solidFill>
              <a:srgbClr val="545454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491740" y="39044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454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06:00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709160" y="3749040"/>
            <a:ext cx="0" cy="118872"/>
          </a:xfrm>
          <a:prstGeom prst="line">
            <a:avLst/>
          </a:prstGeom>
          <a:noFill/>
          <a:ln w="12700">
            <a:solidFill>
              <a:srgbClr val="545454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251960" y="39044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454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12:00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469380" y="3749040"/>
            <a:ext cx="0" cy="118872"/>
          </a:xfrm>
          <a:prstGeom prst="line">
            <a:avLst/>
          </a:prstGeom>
          <a:noFill/>
          <a:ln w="12700">
            <a:solidFill>
              <a:srgbClr val="545454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012180" y="39044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454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18:00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229600" y="3749040"/>
            <a:ext cx="0" cy="118872"/>
          </a:xfrm>
          <a:prstGeom prst="line">
            <a:avLst/>
          </a:prstGeom>
          <a:noFill/>
          <a:ln w="12700">
            <a:solidFill>
              <a:srgbClr val="545454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772400" y="39044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454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24:00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4572000" y="1417320"/>
            <a:ext cx="0" cy="251460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640080" y="157276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454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DEALING RANGE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2212848"/>
            <a:ext cx="3474720" cy="759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WHERE</a:t>
            </a:r>
            <a:endParaRPr lang="en-US" sz="46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325526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orders are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029200" y="157276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454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TIME BASED RANGE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5029200" y="2212848"/>
            <a:ext cx="3474720" cy="759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WHEN</a:t>
            </a:r>
            <a:endParaRPr lang="en-US" sz="4600" dirty="0"/>
          </a:p>
        </p:txBody>
      </p:sp>
      <p:sp>
        <p:nvSpPr>
          <p:cNvPr id="9" name="Text 6"/>
          <p:cNvSpPr txBox="1"/>
          <p:nvPr/>
        </p:nvSpPr>
        <p:spPr>
          <a:xfrm>
            <a:off x="5029200" y="325526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it goes for them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1463040" y="2697480"/>
            <a:ext cx="621792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7818120" y="255117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454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YOUR LEVEL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154680" y="2880360"/>
            <a:ext cx="1554480" cy="91440"/>
          </a:xfrm>
          <a:prstGeom prst="rect">
            <a:avLst/>
          </a:prstGeom>
          <a:solidFill>
            <a:srgbClr val="545454"/>
          </a:solidFill>
          <a:ln/>
        </p:spPr>
      </p:sp>
      <p:sp>
        <p:nvSpPr>
          <p:cNvPr id="6" name="Shape 3"/>
          <p:cNvSpPr/>
          <p:nvPr/>
        </p:nvSpPr>
        <p:spPr>
          <a:xfrm>
            <a:off x="3282696" y="3099816"/>
            <a:ext cx="1298448" cy="91440"/>
          </a:xfrm>
          <a:prstGeom prst="rect">
            <a:avLst/>
          </a:prstGeom>
          <a:solidFill>
            <a:srgbClr val="545454"/>
          </a:solidFill>
          <a:ln/>
        </p:spPr>
      </p:sp>
      <p:sp>
        <p:nvSpPr>
          <p:cNvPr id="7" name="Shape 4"/>
          <p:cNvSpPr/>
          <p:nvPr/>
        </p:nvSpPr>
        <p:spPr>
          <a:xfrm>
            <a:off x="3410712" y="3319272"/>
            <a:ext cx="1042416" cy="91440"/>
          </a:xfrm>
          <a:prstGeom prst="rect">
            <a:avLst/>
          </a:prstGeom>
          <a:solidFill>
            <a:srgbClr val="545454"/>
          </a:solidFill>
          <a:ln/>
        </p:spPr>
      </p:sp>
      <p:sp>
        <p:nvSpPr>
          <p:cNvPr id="8" name="Shape 5"/>
          <p:cNvSpPr/>
          <p:nvPr/>
        </p:nvSpPr>
        <p:spPr>
          <a:xfrm>
            <a:off x="3538728" y="3538728"/>
            <a:ext cx="786384" cy="91440"/>
          </a:xfrm>
          <a:prstGeom prst="rect">
            <a:avLst/>
          </a:prstGeom>
          <a:solidFill>
            <a:srgbClr val="545454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743200" y="3886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454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ORDERS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1965960" y="1481328"/>
            <a:ext cx="1965960" cy="2185416"/>
          </a:xfrm>
          <a:prstGeom prst="line">
            <a:avLst/>
          </a:prstGeom>
          <a:noFill/>
          <a:ln w="44450">
            <a:solidFill>
              <a:srgbClr val="12977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 flipV="1">
            <a:off x="3931920" y="1298448"/>
            <a:ext cx="2240280" cy="2368296"/>
          </a:xfrm>
          <a:prstGeom prst="line">
            <a:avLst/>
          </a:prstGeom>
          <a:noFill/>
          <a:ln w="44450">
            <a:solidFill>
              <a:srgbClr val="12977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153912" y="1088136"/>
            <a:ext cx="237744" cy="237744"/>
          </a:xfrm>
          <a:prstGeom prst="triangle">
            <a:avLst/>
          </a:prstGeom>
          <a:solidFill>
            <a:srgbClr val="12977F"/>
          </a:solidFill>
          <a:ln/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731520" y="15361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RANGE</a:t>
            </a:r>
            <a:endParaRPr lang="en-US" sz="1200" dirty="0"/>
          </a:p>
        </p:txBody>
      </p:sp>
      <p:sp>
        <p:nvSpPr>
          <p:cNvPr id="4" name="Shape 1"/>
          <p:cNvSpPr/>
          <p:nvPr/>
        </p:nvSpPr>
        <p:spPr>
          <a:xfrm>
            <a:off x="2743200" y="1517904"/>
            <a:ext cx="5760720" cy="310896"/>
          </a:xfrm>
          <a:prstGeom prst="rect">
            <a:avLst/>
          </a:prstGeom>
          <a:solidFill>
            <a:srgbClr val="12977F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731520" y="23225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BIAS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2743200" y="2304288"/>
            <a:ext cx="5760720" cy="310896"/>
          </a:xfrm>
          <a:prstGeom prst="rect">
            <a:avLst/>
          </a:prstGeom>
          <a:solidFill>
            <a:srgbClr val="12977F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31520" y="3108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EXIT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743200" y="3090672"/>
            <a:ext cx="5760720" cy="310896"/>
          </a:xfrm>
          <a:prstGeom prst="rect">
            <a:avLst/>
          </a:prstGeom>
          <a:solidFill>
            <a:srgbClr val="12977F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31520" y="389534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454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ENTRY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743200" y="3877056"/>
            <a:ext cx="1234440" cy="310896"/>
          </a:xfrm>
          <a:prstGeom prst="rect">
            <a:avLst/>
          </a:prstGeom>
          <a:solidFill>
            <a:srgbClr val="545454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31520" y="459028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454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how much it actually decides the trade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704088" y="1920240"/>
            <a:ext cx="1060704" cy="1298448"/>
          </a:xfrm>
          <a:prstGeom prst="roundRect">
            <a:avLst>
              <a:gd name="adj" fmla="val 8621"/>
            </a:avLst>
          </a:prstGeom>
          <a:solidFill>
            <a:srgbClr val="12977F">
              <a:alpha val="12000"/>
            </a:srgbClr>
          </a:solidFill>
          <a:ln w="25400">
            <a:solidFill>
              <a:srgbClr val="12977F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704088" y="2313432"/>
            <a:ext cx="1060704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2039112" y="1920240"/>
            <a:ext cx="1060704" cy="1298448"/>
          </a:xfrm>
          <a:prstGeom prst="roundRect">
            <a:avLst>
              <a:gd name="adj" fmla="val 8621"/>
            </a:avLst>
          </a:prstGeom>
          <a:solidFill>
            <a:srgbClr val="12977F">
              <a:alpha val="12000"/>
            </a:srgbClr>
          </a:solidFill>
          <a:ln w="25400">
            <a:solidFill>
              <a:srgbClr val="12977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2039112" y="2313432"/>
            <a:ext cx="1060704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3374136" y="1920240"/>
            <a:ext cx="1060704" cy="1298448"/>
          </a:xfrm>
          <a:prstGeom prst="roundRect">
            <a:avLst>
              <a:gd name="adj" fmla="val 8621"/>
            </a:avLst>
          </a:prstGeom>
          <a:ln w="19050">
            <a:solidFill>
              <a:srgbClr val="3A3A3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788816" y="2359152"/>
            <a:ext cx="231343" cy="273406"/>
          </a:xfrm>
          <a:prstGeom prst="roundRect">
            <a:avLst>
              <a:gd name="adj" fmla="val 45455"/>
            </a:avLst>
          </a:prstGeom>
          <a:ln w="25400">
            <a:solidFill>
              <a:srgbClr val="54545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725723" y="2506370"/>
            <a:ext cx="357530" cy="273406"/>
          </a:xfrm>
          <a:prstGeom prst="roundRect">
            <a:avLst>
              <a:gd name="adj" fmla="val 15385"/>
            </a:avLst>
          </a:prstGeom>
          <a:solidFill>
            <a:srgbClr val="545454"/>
          </a:solidFill>
          <a:ln/>
        </p:spPr>
      </p:sp>
      <p:sp>
        <p:nvSpPr>
          <p:cNvPr id="10" name="Shape 7"/>
          <p:cNvSpPr/>
          <p:nvPr/>
        </p:nvSpPr>
        <p:spPr>
          <a:xfrm>
            <a:off x="4709160" y="1920240"/>
            <a:ext cx="1060704" cy="1298448"/>
          </a:xfrm>
          <a:prstGeom prst="roundRect">
            <a:avLst>
              <a:gd name="adj" fmla="val 8621"/>
            </a:avLst>
          </a:prstGeom>
          <a:ln w="19050">
            <a:solidFill>
              <a:srgbClr val="3A3A3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123840" y="2359152"/>
            <a:ext cx="231343" cy="273406"/>
          </a:xfrm>
          <a:prstGeom prst="roundRect">
            <a:avLst>
              <a:gd name="adj" fmla="val 45455"/>
            </a:avLst>
          </a:prstGeom>
          <a:ln w="25400">
            <a:solidFill>
              <a:srgbClr val="54545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060747" y="2506370"/>
            <a:ext cx="357530" cy="273406"/>
          </a:xfrm>
          <a:prstGeom prst="roundRect">
            <a:avLst>
              <a:gd name="adj" fmla="val 15385"/>
            </a:avLst>
          </a:prstGeom>
          <a:solidFill>
            <a:srgbClr val="545454"/>
          </a:solidFill>
          <a:ln/>
        </p:spPr>
      </p:sp>
      <p:sp>
        <p:nvSpPr>
          <p:cNvPr id="13" name="Shape 10"/>
          <p:cNvSpPr/>
          <p:nvPr/>
        </p:nvSpPr>
        <p:spPr>
          <a:xfrm>
            <a:off x="6044184" y="1920240"/>
            <a:ext cx="1060704" cy="1298448"/>
          </a:xfrm>
          <a:prstGeom prst="roundRect">
            <a:avLst>
              <a:gd name="adj" fmla="val 8621"/>
            </a:avLst>
          </a:prstGeom>
          <a:ln w="19050">
            <a:solidFill>
              <a:srgbClr val="3A3A3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458864" y="2359152"/>
            <a:ext cx="231343" cy="273406"/>
          </a:xfrm>
          <a:prstGeom prst="roundRect">
            <a:avLst>
              <a:gd name="adj" fmla="val 45455"/>
            </a:avLst>
          </a:prstGeom>
          <a:ln w="25400">
            <a:solidFill>
              <a:srgbClr val="54545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395771" y="2506370"/>
            <a:ext cx="357530" cy="273406"/>
          </a:xfrm>
          <a:prstGeom prst="roundRect">
            <a:avLst>
              <a:gd name="adj" fmla="val 15385"/>
            </a:avLst>
          </a:prstGeom>
          <a:solidFill>
            <a:srgbClr val="545454"/>
          </a:solidFill>
          <a:ln/>
        </p:spPr>
      </p:sp>
      <p:sp>
        <p:nvSpPr>
          <p:cNvPr id="16" name="Shape 13"/>
          <p:cNvSpPr/>
          <p:nvPr/>
        </p:nvSpPr>
        <p:spPr>
          <a:xfrm>
            <a:off x="7379208" y="1920240"/>
            <a:ext cx="1060704" cy="1298448"/>
          </a:xfrm>
          <a:prstGeom prst="roundRect">
            <a:avLst>
              <a:gd name="adj" fmla="val 8621"/>
            </a:avLst>
          </a:prstGeom>
          <a:ln w="19050">
            <a:solidFill>
              <a:srgbClr val="3A3A3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793888" y="2359152"/>
            <a:ext cx="231343" cy="273406"/>
          </a:xfrm>
          <a:prstGeom prst="roundRect">
            <a:avLst>
              <a:gd name="adj" fmla="val 45455"/>
            </a:avLst>
          </a:prstGeom>
          <a:ln w="25400">
            <a:solidFill>
              <a:srgbClr val="54545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730795" y="2506370"/>
            <a:ext cx="357530" cy="273406"/>
          </a:xfrm>
          <a:prstGeom prst="roundRect">
            <a:avLst>
              <a:gd name="adj" fmla="val 15385"/>
            </a:avLst>
          </a:prstGeom>
          <a:solidFill>
            <a:srgbClr val="545454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521208" y="3456432"/>
            <a:ext cx="2761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977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YOURS TODAY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3191256" y="3456432"/>
            <a:ext cx="5431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454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NDA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3547872" y="1627632"/>
            <a:ext cx="2048256" cy="2048256"/>
          </a:xfrm>
          <a:prstGeom prst="ellipse">
            <a:avLst/>
          </a:prstGeom>
          <a:ln w="38100">
            <a:solidFill>
              <a:srgbClr val="12977F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3364992" y="1444752"/>
            <a:ext cx="2414016" cy="2414016"/>
          </a:xfrm>
          <a:prstGeom prst="ellipse">
            <a:avLst/>
          </a:prstGeom>
          <a:ln w="12700">
            <a:solidFill>
              <a:srgbClr val="12977F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151376" y="2679192"/>
            <a:ext cx="329184" cy="320040"/>
          </a:xfrm>
          <a:prstGeom prst="line">
            <a:avLst/>
          </a:prstGeom>
          <a:noFill/>
          <a:ln w="63500">
            <a:solidFill>
              <a:srgbClr val="12977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flipV="1">
            <a:off x="4480560" y="2286000"/>
            <a:ext cx="566928" cy="713232"/>
          </a:xfrm>
          <a:prstGeom prst="line">
            <a:avLst/>
          </a:prstGeom>
          <a:noFill/>
          <a:ln w="63500">
            <a:solidFill>
              <a:srgbClr val="12977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2286000" y="4133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UNTIL YOU'RE FUNDED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1417320" y="2651760"/>
            <a:ext cx="6309360" cy="0"/>
          </a:xfrm>
          <a:prstGeom prst="line">
            <a:avLst/>
          </a:prstGeom>
          <a:noFill/>
          <a:ln w="25400">
            <a:solidFill>
              <a:srgbClr val="3A3A3A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143000" y="2377440"/>
            <a:ext cx="548640" cy="5486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1143000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228600" y="31272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LINK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297680" y="2377440"/>
            <a:ext cx="548640" cy="5486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4297680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3383280" y="31272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MINUTES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7452360" y="2377440"/>
            <a:ext cx="548640" cy="548640"/>
          </a:xfrm>
          <a:prstGeom prst="ellipse">
            <a:avLst/>
          </a:prstGeom>
          <a:solidFill>
            <a:srgbClr val="12977F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452360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6537960" y="31272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BOOK A CALL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2026-08-23T18:24:22Z</dcterms:created>
  <dcterms:modified xsi:type="dcterms:W3CDTF">2026-08-23T18:24:22Z</dcterms:modified>
</cp:coreProperties>
</file>